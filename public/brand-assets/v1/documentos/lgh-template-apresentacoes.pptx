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bb3879cce8438a" /><Relationship Type="http://schemas.openxmlformats.org/officeDocument/2006/relationships/extended-properties" Target="/docProps/app.xml" Id="R2170c673350744f7" /><Relationship Type="http://schemas.openxmlformats.org/officeDocument/2006/relationships/officeDocument" Target="/ppt/presentation.xml" Id="R29ebb624c11243d2" /></Relationships>
</file>

<file path=ppt/presentation.xml><?xml version="1.0" encoding="utf-8"?>
<p:presentation xmlns:ns1="http://schemas.openxmlformats.org/officeDocument/2006/relationships" xmlns:p="http://schemas.openxmlformats.org/presentationml/2006/main">
  <p:sldMasterIdLst>
    <p:sldMasterId id="2147483650" ns1:id="Rfae9b7337c3d430f"/>
  </p:sldMasterIdLst>
  <p:notesMasterIdLst>
    <p:notesMasterId ns1:id="R55f881abfccb49fc"/>
  </p:notesMasterIdLst>
  <p:sldIdLst>
    <p:sldId id="256" ns1:id="R8eaa5580723743a7"/>
    <p:sldId id="257" ns1:id="R52fa661c6988402a"/>
    <p:sldId id="258" ns1:id="R4dfa976db5374f17"/>
    <p:sldId id="259" ns1:id="Rfe91127716ce44f9"/>
    <p:sldId id="260" ns1:id="Rdc7bbdc5726d4329"/>
    <p:sldId id="261" ns1:id="R35a20e3d5161499e"/>
    <p:sldId id="262" ns1:id="Rc3932eddbc6840aa"/>
    <p:sldId id="263" ns1:id="R8771ffe7f9b841b6"/>
    <p:sldId id="264" ns1:id="R46877046180e4ec3"/>
    <p:sldId id="265" ns1:id="Rd819c7862f454c29"/>
    <p:sldId id="266" ns1:id="Rb4c2e8c19dfe40f4"/>
    <p:sldId id="267" ns1:id="Rc0c7b2da28f54af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?>
<ns0:Relationships xmlns:ns0="http://schemas.openxmlformats.org/package/2006/relationships"><ns0:Relationship Type="http://schemas.openxmlformats.org/officeDocument/2006/relationships/theme" Target="/ppt/theme/theme1.xml" Id="R5a37607985e24c94" /><ns0:Relationship Type="http://schemas.openxmlformats.org/officeDocument/2006/relationships/slideMaster" Target="/ppt/slideMasters/slideMaster2.xml" Id="Rfae9b7337c3d430f" /><ns0:Relationship Type="http://schemas.openxmlformats.org/officeDocument/2006/relationships/notesMaster" Target="/ppt/notesMasters/notesMaster1.xml" Id="R55f881abfccb49fc" /><ns0:Relationship Type="http://schemas.openxmlformats.org/officeDocument/2006/relationships/presProps" Target="/ppt/presProps.xml" Id="Rf43de94fac6343d6" /><ns0:Relationship Type="http://schemas.openxmlformats.org/officeDocument/2006/relationships/tableStyles" Target="/ppt/tableStyles.xml" Id="Re9c78e90ed394a07" /><ns0:Relationship Type="http://schemas.openxmlformats.org/officeDocument/2006/relationships/slide" Target="/ppt/slides/slide1.xml" Id="R8eaa5580723743a7" /><ns0:Relationship Type="http://schemas.openxmlformats.org/officeDocument/2006/relationships/slide" Target="/ppt/slides/slide2.xml" Id="R52fa661c6988402a" /><ns0:Relationship Type="http://schemas.openxmlformats.org/officeDocument/2006/relationships/slide" Target="/ppt/slides/slide3.xml" Id="R4dfa976db5374f17" /><ns0:Relationship Type="http://schemas.openxmlformats.org/officeDocument/2006/relationships/slide" Target="/ppt/slides/slide4.xml" Id="Rfe91127716ce44f9" /><ns0:Relationship Type="http://schemas.openxmlformats.org/officeDocument/2006/relationships/slide" Target="/ppt/slides/slide5.xml" Id="Rdc7bbdc5726d4329" /><ns0:Relationship Type="http://schemas.openxmlformats.org/officeDocument/2006/relationships/slide" Target="/ppt/slides/slide6.xml" Id="R35a20e3d5161499e" /><ns0:Relationship Type="http://schemas.openxmlformats.org/officeDocument/2006/relationships/slide" Target="/ppt/slides/slide7.xml" Id="Rc3932eddbc6840aa" /><ns0:Relationship Type="http://schemas.openxmlformats.org/officeDocument/2006/relationships/slide" Target="/ppt/slides/slide8.xml" Id="R8771ffe7f9b841b6" /><ns0:Relationship Type="http://schemas.openxmlformats.org/officeDocument/2006/relationships/slide" Target="/ppt/slides/slide9.xml" Id="R46877046180e4ec3" /><ns0:Relationship Type="http://schemas.openxmlformats.org/officeDocument/2006/relationships/slide" Target="/ppt/slides/slide10.xml" Id="Rd819c7862f454c29" /><ns0:Relationship Type="http://schemas.openxmlformats.org/officeDocument/2006/relationships/slide" Target="/ppt/slides/slide11.xml" Id="Rb4c2e8c19dfe40f4" /><ns0:Relationship Type="http://schemas.openxmlformats.org/officeDocument/2006/relationships/slide" Target="/ppt/slides/slide12.xml" Id="Rc0c7b2da28f54af4" /></ns0: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af330e884a88464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ChatGPT">
  <a:themeElements>
    <a:clrScheme name="Lucas Gil Films">
      <a:dk1>
        <a:srgbClr val="000000"/>
      </a:dk1>
      <a:lt1>
        <a:srgbClr val="FFFFFF"/>
      </a:lt1>
      <a:dk2>
        <a:srgbClr val="171513"/>
      </a:dk2>
      <a:lt2>
        <a:srgbClr val="F5F2ED"/>
      </a:lt2>
      <a:accent1>
        <a:srgbClr val="FA6404"/>
      </a:accent1>
      <a:accent2>
        <a:srgbClr val="C44700"/>
      </a:accent2>
      <a:accent3>
        <a:srgbClr val="E2725B"/>
      </a:accent3>
      <a:accent4>
        <a:srgbClr val="D58D8D"/>
      </a:accent4>
      <a:accent5>
        <a:srgbClr val="FFDD44"/>
      </a:accent5>
      <a:accent6>
        <a:srgbClr val="B5AFA7"/>
      </a:accent6>
      <a:hlink>
        <a:srgbClr val="C44700"/>
      </a:hlink>
      <a:folHlink>
        <a:srgbClr val="E2725B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Lucas Gil Film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fb4de2b0ea14e91" /><Relationship Type="http://schemas.openxmlformats.org/officeDocument/2006/relationships/notesMaster" Target="/ppt/notesMasters/notesMaster1.xml" Id="R81e63887910c4fc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349ab940c1246b5" /><Relationship Type="http://schemas.openxmlformats.org/officeDocument/2006/relationships/notesMaster" Target="/ppt/notesMasters/notesMaster1.xml" Id="Re0f6d3390ec04ad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8b99e91dacf4768" /><Relationship Type="http://schemas.openxmlformats.org/officeDocument/2006/relationships/notesMaster" Target="/ppt/notesMasters/notesMaster1.xml" Id="Rf862d6abe9cf41a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139cc0c5beb401a" /><Relationship Type="http://schemas.openxmlformats.org/officeDocument/2006/relationships/notesMaster" Target="/ppt/notesMasters/notesMaster1.xml" Id="R4485c63842634d0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488e5d8e2904e28" /><Relationship Type="http://schemas.openxmlformats.org/officeDocument/2006/relationships/notesMaster" Target="/ppt/notesMasters/notesMaster1.xml" Id="R980fa2374f0843a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e994898340d4540" /><Relationship Type="http://schemas.openxmlformats.org/officeDocument/2006/relationships/notesMaster" Target="/ppt/notesMasters/notesMaster1.xml" Id="R50c91d712f60476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6a98a11b0ef485b" /><Relationship Type="http://schemas.openxmlformats.org/officeDocument/2006/relationships/notesMaster" Target="/ppt/notesMasters/notesMaster1.xml" Id="R556913bc01a74b6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9299730fa254788" /><Relationship Type="http://schemas.openxmlformats.org/officeDocument/2006/relationships/notesMaster" Target="/ppt/notesMasters/notesMaster1.xml" Id="Rfd6112966fe04d4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8c68fcd2e0048e7" /><Relationship Type="http://schemas.openxmlformats.org/officeDocument/2006/relationships/notesMaster" Target="/ppt/notesMasters/notesMaster1.xml" Id="Rdcb2e602f17e46f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da67481e662407c" /><Relationship Type="http://schemas.openxmlformats.org/officeDocument/2006/relationships/notesMaster" Target="/ppt/notesMasters/notesMaster1.xml" Id="R3883c459e214494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5d0b964b86d4947" /><Relationship Type="http://schemas.openxmlformats.org/officeDocument/2006/relationships/notesMaster" Target="/ppt/notesMasters/notesMaster1.xml" Id="R518792de1eb04d9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4870ffb32754feb" /><Relationship Type="http://schemas.openxmlformats.org/officeDocument/2006/relationships/notesMaster" Target="/ppt/notesMasters/notesMaster1.xml" Id="R65f874b1940b4d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Capa com 1 linha(s)</a:t>
            </a:r>
          </a:p>
          <a:p xmlns:a="http://schemas.openxmlformats.org/drawingml/2006/main">
            <a:r>
              <a:t>O espaço de imagem é um placeholder nativo. Use o ícone de imagem ou Inserir &gt; Imagens.</a:t>
            </a:r>
          </a:p>
          <a:p xmlns:a="http://schemas.openxmlformats.org/drawingml/2006/main">
            <a:r>
              <a:t>Modelo editável. Substitua os campos entre colchetes. Instale Space Grotesk e Manrope do kit. Referência estrutural: AOTTA Consultoria Template v2.1 MAJOR; grade e hierarquia adaptadas à identidade LGH.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Capa com 2 linha(s)</a:t>
            </a:r>
          </a:p>
          <a:p xmlns:a="http://schemas.openxmlformats.org/drawingml/2006/main">
            <a:r>
              <a:t>O espaço de imagem é um placeholder nativo. Use o ícone de imagem ou Inserir &gt; Imagens.</a:t>
            </a:r>
          </a:p>
          <a:p xmlns:a="http://schemas.openxmlformats.org/drawingml/2006/main">
            <a:r>
              <a:t>Modelo editável. Substitua os campos entre colchetes. Instale Space Grotesk e Manrope do kit. Referência estrutural: AOTTA Consultoria Template v2.1 MAJOR; grade e hierarquia adaptadas à identidade LGH.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Abertura de seção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Modelo editável. Substitua os campos entre colchetes. Instale Space Grotesk e Manrope do kit. Referência estrutural: AOTTA Consultoria Template v2.1 MAJOR; grade e hierarquia adaptadas à identidade LGH.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Título de uma linha</a:t>
            </a:r>
          </a:p>
          <a:p xmlns:a="http://schemas.openxmlformats.org/drawingml/2006/main">
            <a:r>
              <a:t>Use até dois parágrafos curtos. O corpo segue a área de conteúdo do slide 9 da referência.</a:t>
            </a:r>
          </a:p>
          <a:p xmlns:a="http://schemas.openxmlformats.org/drawingml/2006/main">
            <a:r>
              <a:t>Modelo editável. Substitua os campos entre colchetes. Instale Space Grotesk e Manrope do kit. Referência estrutural: AOTTA Consultoria Template v2.1 MAJOR; grade e hierarquia adaptadas à identidade LGH.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Título de duas linhas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Modelo editável. Substitua os campos entre colchetes. Instale Space Grotesk e Manrope do kit. Referência estrutural: AOTTA Consultoria Template v2.1 MAJOR; grade e hierarquia adaptadas à identidade LGH.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Duas colunas</a:t>
            </a:r>
          </a:p>
          <a:p xmlns:a="http://schemas.openxmlformats.org/drawingml/2006/main">
            <a:r>
              <a:t>As duas colunas preservam a grade do slide 11 da referência Aotta.</a:t>
            </a:r>
          </a:p>
          <a:p xmlns:a="http://schemas.openxmlformats.org/drawingml/2006/main">
            <a:r>
              <a:t>Modelo editável. Substitua os campos entre colchetes. Instale Space Grotesk e Manrope do kit. Referência estrutural: AOTTA Consultoria Template v2.1 MAJOR; grade e hierarquia adaptadas à identidade LGH.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Imagem e texto</a:t>
            </a:r>
          </a:p>
          <a:p xmlns:a="http://schemas.openxmlformats.org/drawingml/2006/main">
            <a:r>
              <a:t>Placeholder nativo de imagem. Referência: composição do slide 12 da Aotta.</a:t>
            </a:r>
          </a:p>
          <a:p xmlns:a="http://schemas.openxmlformats.org/drawingml/2006/main">
            <a:r>
              <a:t>Modelo editável. Substitua os campos entre colchetes. Instale Space Grotesk e Manrope do kit. Referência estrutural: AOTTA Consultoria Template v2.1 MAJOR; grade e hierarquia adaptadas à identidade LGH.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Imagem com legenda</a:t>
            </a:r>
          </a:p>
          <a:p xmlns:a="http://schemas.openxmlformats.org/drawingml/2006/main">
            <a:r>
              <a:t>Composição da faixa inferior inspirada nos slides 73 e 74 da referência.</a:t>
            </a:r>
          </a:p>
          <a:p xmlns:a="http://schemas.openxmlformats.org/drawingml/2006/main">
            <a:r>
              <a:t>Modelo editável. Substitua os campos entre colchetes. Instale Space Grotesk e Manrope do kit. Referência estrutural: AOTTA Consultoria Template v2.1 MAJOR; grade e hierarquia adaptadas à identidade LGH.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Cronograma</a:t>
            </a:r>
          </a:p>
          <a:p xmlns:a="http://schemas.openxmlformats.org/drawingml/2006/main">
            <a:r>
              <a:t>Tabela nativa editável. Datas e durações são campos de preenchimento; use a planilha para cálculo automático.</a:t>
            </a:r>
          </a:p>
          <a:p xmlns:a="http://schemas.openxmlformats.org/drawingml/2006/main">
            <a:r>
              <a:t>Modelo editável. Substitua os campos entre colchetes. Instale Space Grotesk e Manrope do kit. Referência estrutural: AOTTA Consultoria Template v2.1 MAJOR; grade e hierarquia adaptadas à identidade LGH.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Investimento</a:t>
            </a:r>
          </a:p>
          <a:p xmlns:a="http://schemas.openxmlformats.org/drawingml/2006/main">
            <a:r>
              <a:t>Tabela nativa editável. Substitua valores e condições. Confira a soma antes de enviar a proposta.</a:t>
            </a:r>
          </a:p>
          <a:p xmlns:a="http://schemas.openxmlformats.org/drawingml/2006/main">
            <a:r>
              <a:t>Modelo editável. Substitua os campos entre colchetes. Instale Space Grotesk e Manrope do kit. Referência estrutural: AOTTA Consultoria Template v2.1 MAJOR; grade e hierarquia adaptadas à identidade LGH.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Condições do projeto</a:t>
            </a:r>
          </a:p>
          <a:p xmlns:a="http://schemas.openxmlformats.org/drawingml/2006/main">
            <a:r>
              <a:t>Estrutura em duas colunas baseada no slide 29 da Aotta.</a:t>
            </a:r>
          </a:p>
          <a:p xmlns:a="http://schemas.openxmlformats.org/drawingml/2006/main">
            <a:r>
              <a:t>Modelo editável. Substitua os campos entre colchetes. Instale Space Grotesk e Manrope do kit. Referência estrutural: AOTTA Consultoria Template v2.1 MAJOR; grade e hierarquia adaptadas à identidade LGH.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Encerramento e contato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Modelo editável. Substitua os campos entre colchetes. Instale Space Grotesk e Manrope do kit. Referência estrutural: AOTTA Consultoria Template v2.1 MAJOR; grade e hierarquia adaptadas à identidade LGH.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<?xml version='1.0' encoding='utf-8'?>
<ns0:Relationships xmlns:ns0="http://schemas.openxmlformats.org/package/2006/relationships"><ns0:Relationship Type="http://schemas.openxmlformats.org/officeDocument/2006/relationships/slideMaster" Target="/ppt/slideMasters/slideMaster2.xml" Id="R259c4864b3c54cf5" /><ns0:Relationship Type="http://schemas.openxmlformats.org/officeDocument/2006/relationships/image" Target="/ppt/media/image.png" Id="Rd708d06c86c94993" /></ns0:Relationships>
</file>

<file path=ppt/slideLayouts/_rels/slideLayout3.xml.rels><?xml version='1.0' encoding='utf-8'?>
<ns0:Relationships xmlns:ns0="http://schemas.openxmlformats.org/package/2006/relationships"><ns0:Relationship Type="http://schemas.openxmlformats.org/officeDocument/2006/relationships/slideMaster" Target="/ppt/slideMasters/slideMaster2.xml" Id="R16bcd2aa0efd40e9" /><ns0:Relationship Type="http://schemas.openxmlformats.org/officeDocument/2006/relationships/image" Target="/ppt/media/image2.png" Id="R022f647fe9e2445a" /></ns0:Relationships>
</file>

<file path=ppt/slideLayouts/_rels/slideLayout4.xml.rels><?xml version='1.0' encoding='utf-8'?>
<ns0:Relationships xmlns:ns0="http://schemas.openxmlformats.org/package/2006/relationships"><ns0:Relationship Type="http://schemas.openxmlformats.org/officeDocument/2006/relationships/slideMaster" Target="/ppt/slideMasters/slideMaster2.xml" Id="R6d2fe14bf1f9422f" /><ns0:Relationship Type="http://schemas.openxmlformats.org/officeDocument/2006/relationships/image" Target="/ppt/media/image3.png" Id="Re1e632e2f2e844c9" /></ns0:Relationships>
</file>

<file path=ppt/slideLayouts/_rels/slideLayout5.xml.rels><?xml version='1.0' encoding='utf-8'?>
<ns0:Relationships xmlns:ns0="http://schemas.openxmlformats.org/package/2006/relationships"><ns0:Relationship Type="http://schemas.openxmlformats.org/officeDocument/2006/relationships/slideMaster" Target="/ppt/slideMasters/slideMaster2.xml" Id="R026d540248f54915" /><ns0:Relationship Type="http://schemas.openxmlformats.org/officeDocument/2006/relationships/image" Target="/ppt/media/image4.png" Id="R6c2ab2ad2db441ef" /></ns0:Relationships>
</file>

<file path=ppt/slideLayouts/_rels/slideLayout6.xml.rels><?xml version='1.0' encoding='utf-8'?>
<ns0:Relationships xmlns:ns0="http://schemas.openxmlformats.org/package/2006/relationships"><ns0:Relationship Type="http://schemas.openxmlformats.org/officeDocument/2006/relationships/slideMaster" Target="/ppt/slideMasters/slideMaster2.xml" Id="R975996c51a1b49c7" /><ns0:Relationship Type="http://schemas.openxmlformats.org/officeDocument/2006/relationships/image" Target="/ppt/media/image5.png" Id="R3a03cfe8c1dc4b6c" /></ns0:Relationships>
</file>

<file path=ppt/slideLayouts/_rels/slideLayout7.xml.rels><?xml version='1.0' encoding='utf-8'?>
<ns0:Relationships xmlns:ns0="http://schemas.openxmlformats.org/package/2006/relationships"><ns0:Relationship Type="http://schemas.openxmlformats.org/officeDocument/2006/relationships/slideMaster" Target="/ppt/slideMasters/slideMaster2.xml" Id="R5888ac513bbb45e1" /><ns0:Relationship Type="http://schemas.openxmlformats.org/officeDocument/2006/relationships/image" Target="/ppt/media/image6.png" Id="R56757d1668194697" /></ns0:Relationships>
</file>

<file path=ppt/slideLayouts/_rels/slideLayout8.xml.rels><?xml version='1.0' encoding='utf-8'?>
<ns0:Relationships xmlns:ns0="http://schemas.openxmlformats.org/package/2006/relationships"><ns0:Relationship Type="http://schemas.openxmlformats.org/officeDocument/2006/relationships/slideMaster" Target="/ppt/slideMasters/slideMaster2.xml" Id="Rde00b4d346d14ac4" /><ns0:Relationship Type="http://schemas.openxmlformats.org/officeDocument/2006/relationships/image" Target="/ppt/media/image7.png" Id="Rd8e00112ba6b4a5a" /></ns0:Relationships>
</file>

<file path=ppt/slideLayouts/_rels/slideLayout9.xml.rels><?xml version='1.0' encoding='utf-8'?>
<ns0:Relationships xmlns:ns0="http://schemas.openxmlformats.org/package/2006/relationships"><ns0:Relationship Type="http://schemas.openxmlformats.org/officeDocument/2006/relationships/slideMaster" Target="/ppt/slideMasters/slideMaster2.xml" Id="Re690a112553d42e9" /></ns0:Relationships>
</file>

<file path=ppt/slideLayouts/_rels/slideLayout10.xml.rels><?xml version='1.0' encoding='utf-8'?>
<ns0:Relationships xmlns:ns0="http://schemas.openxmlformats.org/package/2006/relationships"><ns0:Relationship Type="http://schemas.openxmlformats.org/officeDocument/2006/relationships/slideMaster" Target="/ppt/slideMasters/slideMaster2.xml" Id="Rfc86f52948904b02" /><ns0:Relationship Type="http://schemas.openxmlformats.org/officeDocument/2006/relationships/image" Target="/ppt/media/image8.png" Id="Rfc1c149035d641f6" /></ns0:Relationships>
</file>

<file path=ppt/slideLayouts/_rels/slideLayout11.xml.rels><?xml version='1.0' encoding='utf-8'?>
<ns0:Relationships xmlns:ns0="http://schemas.openxmlformats.org/package/2006/relationships"><ns0:Relationship Type="http://schemas.openxmlformats.org/officeDocument/2006/relationships/slideMaster" Target="/ppt/slideMasters/slideMaster2.xml" Id="R2ec54cbce424412f" /><ns0:Relationship Type="http://schemas.openxmlformats.org/officeDocument/2006/relationships/image" Target="/ppt/media/image9.png" Id="Rc72eec9a8f5d4869" /></ns0:Relationships>
</file>

<file path=ppt/slideLayouts/_rels/slideLayout12.xml.rels><?xml version='1.0' encoding='utf-8'?>
<ns0:Relationships xmlns:ns0="http://schemas.openxmlformats.org/package/2006/relationships"><ns0:Relationship Type="http://schemas.openxmlformats.org/officeDocument/2006/relationships/slideMaster" Target="/ppt/slideMasters/slideMaster2.xml" Id="R0c69cd9425e34764" /><ns0:Relationship Type="http://schemas.openxmlformats.org/officeDocument/2006/relationships/image" Target="/ppt/media/image10.png" Id="R5320dc6709f14ecf" /></ns0:Relationships>
</file>

<file path=ppt/slideLayouts/_rels/slideLayout13.xml.rels><?xml version='1.0' encoding='utf-8'?>
<ns0:Relationships xmlns:ns0="http://schemas.openxmlformats.org/package/2006/relationships"><ns0:Relationship Type="http://schemas.openxmlformats.org/officeDocument/2006/relationships/slideMaster" Target="/ppt/slideMasters/slideMaster2.xml" Id="Rbdfcc1011af044df" /><ns0:Relationship Type="http://schemas.openxmlformats.org/officeDocument/2006/relationships/image" Target="/ppt/media/image11.png" Id="R302b2f68f23b44fe" /></ns0:Relationships>
</file>

<file path=ppt/slideLayouts/slideLayout2.xml><?xml version="1.0" encoding="utf-8"?>
<p:sldLayout xmlns:a="http://schemas.openxmlformats.org/drawingml/2006/main" xmlns:ns2="http://schemas.microsoft.com/office/drawing/2014/main" xmlns:ns3="http://schemas.openxmlformats.org/officeDocument/2006/relationships" xmlns:p="http://schemas.openxmlformats.org/presentationml/2006/main">
  <p:cSld name="01 · Capa 1 linha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" name="LGH_STATIC_Campo de imagem">
            <a:extLst>
              <a:ext uri="{FF2B5EF4-FFF2-40B4-BE49-F238E27FC236}">
                <ns2:creationId id="{E9EDE0BF-FE0F-4C14-BBD2-9EA6F780F941}"/>
              </a:ext>
            </a:extLst>
          </p:cNvPr>
          <p:cNvSpPr>
            <a:spLocks noGrp="1"/>
          </p:cNvSpPr>
          <p:nvPr/>
        </p:nvSpPr>
        <p:spPr>
          <a:xfrm>
            <a:off x="6877050" y="0"/>
            <a:ext cx="5314950" cy="6858000"/>
          </a:xfrm>
          <a:prstGeom prst="rect">
            <a:avLst/>
          </a:prstGeom>
          <a:solidFill>
            <a:srgbClr val="FA6404"/>
          </a:solidFill>
          <a:ln w="0">
            <a:noFill/>
          </a:ln>
        </p:spPr>
      </p:sp>
      <p:sp>
        <p:nvSpPr>
          <p:cNvPr id="3" name="LGH_STATIC_Faixa de respiro">
            <a:extLst>
              <a:ext uri="{FF2B5EF4-FFF2-40B4-BE49-F238E27FC236}">
                <ns2:creationId id="{FD4439B0-2057-4B19-BBFD-531D73BAB611}"/>
              </a:ext>
            </a:extLst>
          </p:cNvPr>
          <p:cNvSpPr>
            <a:spLocks noGrp="1"/>
          </p:cNvSpPr>
          <p:nvPr/>
        </p:nvSpPr>
        <p:spPr>
          <a:xfrm>
            <a:off x="6553200" y="0"/>
            <a:ext cx="323850" cy="6858000"/>
          </a:xfrm>
          <a:prstGeom prst="rect">
            <a:avLst/>
          </a:prstGeom>
          <a:solidFill>
            <a:srgbClr val="F5F2ED"/>
          </a:solidFill>
          <a:ln w="0">
            <a:noFill/>
          </a:ln>
        </p:spPr>
      </p:sp>
      <p:pic>
        <p:nvPicPr>
          <p:cNvPr id="4" name=""/>
          <p:cNvPicPr>
            <a:picLocks noChangeAspect="1"/>
          </p:cNvPicPr>
          <p:nvPr/>
        </p:nvPicPr>
        <p:blipFill>
          <a:blip ns3:embed="Rd708d06c86c94993"/>
          <a:stretch/>
        </p:blipFill>
        <p:spPr>
          <a:xfrm>
            <a:off x="548640" y="514350"/>
            <a:ext cx="3381375" cy="509155"/>
          </a:xfrm>
          <a:prstGeom prst="rect">
            <a:avLst/>
          </a:prstGeom>
        </p:spPr>
      </p:pic>
      <p:sp>
        <p:nvSpPr>
          <p:cNvPr id="5" name="LGH_PLACEHOLDER_title_0">
            <a:extLst>
              <a:ext uri="{FF2B5EF4-FFF2-40B4-BE49-F238E27FC236}">
                <ns2:creationId id="{49CBF86C-A85C-42EF-95D1-2473C64F24BE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548640" y="2219325"/>
            <a:ext cx="57150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marL="0" indent="0">
              <a:buNone/>
            </a:lvl1pPr>
            <a:lvl2pPr marL="0" indent="0">
              <a:buNone/>
            </a:lvl2pPr>
            <a:lvl3pPr marL="0" indent="0">
              <a:buNone/>
            </a:lvl3pPr>
            <a:lvl4pPr marL="0" indent="0">
              <a:buNone/>
            </a:lvl4pPr>
            <a:lvl5pPr marL="0" indent="0">
              <a:buNone/>
            </a:lvl5pPr>
            <a:lvl6pPr marL="0" indent="0">
              <a:buNone/>
            </a:lvl6pPr>
            <a:lvl7pPr marL="0" indent="0">
              <a:buNone/>
            </a:lvl7pPr>
            <a:lvl8pPr marL="0" indent="0">
              <a:buNone/>
            </a:lvl8pPr>
            <a:lvl9pPr marL="0" indent="0">
              <a:buNone/>
            </a:lvl9pPr>
          </a:lstStyle>
          <a:p>
            <a:pPr algn="l" marL="0" indent="0">
              <a:defRPr sz="4350" b="0">
                <a:solidFill>
                  <a:srgbClr val="171513"/>
                </a:solidFill>
                <a:latin typeface="Space Grotesk SemiBold"/>
                <a:ea typeface="Space Grotesk SemiBold"/>
                <a:cs typeface="Space Grotesk SemiBold"/>
              </a:defRPr>
              <a:buNone/>
            </a:pPr>
            <a:r>
              <a:rPr sz="4350" b="0">
                <a:solidFill>
                  <a:srgbClr val="171513"/>
                </a:solidFill>
                <a:latin typeface="Space Grotesk SemiBold"/>
                <a:ea typeface="Space Grotesk SemiBold"/>
                <a:cs typeface="Space Grotesk SemiBold"/>
              </a:rPr>
              <a:t>[Projeto]</a:t>
            </a:r>
          </a:p>
        </p:txBody>
      </p:sp>
      <p:sp>
        <p:nvSpPr>
          <p:cNvPr id="6" name="LGH_PLACEHOLDER_subtitle_1">
            <a:extLst>
              <a:ext uri="{FF2B5EF4-FFF2-40B4-BE49-F238E27FC236}">
                <ns2:creationId id="{FD58ECC7-0651-41DD-B1F0-55827121D6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" y="3429000"/>
            <a:ext cx="5715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marL="0" indent="0">
              <a:buNone/>
            </a:lvl1pPr>
            <a:lvl2pPr marL="0" indent="0">
              <a:buNone/>
            </a:lvl2pPr>
            <a:lvl3pPr marL="0" indent="0">
              <a:buNone/>
            </a:lvl3pPr>
            <a:lvl4pPr marL="0" indent="0">
              <a:buNone/>
            </a:lvl4pPr>
            <a:lvl5pPr marL="0" indent="0">
              <a:buNone/>
            </a:lvl5pPr>
            <a:lvl6pPr marL="0" indent="0">
              <a:buNone/>
            </a:lvl6pPr>
            <a:lvl7pPr marL="0" indent="0">
              <a:buNone/>
            </a:lvl7pPr>
            <a:lvl8pPr marL="0" indent="0">
              <a:buNone/>
            </a:lvl8pPr>
            <a:lvl9pPr marL="0" indent="0">
              <a:buNone/>
            </a:lvl9pPr>
          </a:lstStyle>
          <a:p>
            <a:pPr algn="l" marL="0" indent="0">
              <a:defRPr sz="2100" b="0">
                <a:solidFill>
                  <a:srgbClr val="171513"/>
                </a:solidFill>
                <a:latin typeface="Manrope"/>
                <a:ea typeface="Manrope"/>
                <a:cs typeface="Manrope"/>
              </a:defRPr>
              <a:buNone/>
            </a:pPr>
            <a:r>
              <a:rPr sz="2100" b="0">
                <a:solidFill>
                  <a:srgbClr val="171513"/>
                </a:solidFill>
                <a:latin typeface="Manrope"/>
                <a:ea typeface="Manrope"/>
                <a:cs typeface="Manrope"/>
              </a:rPr>
              <a:t>[Descrição da apresentação]</a:t>
            </a:r>
          </a:p>
        </p:txBody>
      </p:sp>
      <p:sp>
        <p:nvSpPr>
          <p:cNvPr id="7" name="LGH_PLACEHOLDER_body_2">
            <a:extLst>
              <a:ext uri="{FF2B5EF4-FFF2-40B4-BE49-F238E27FC236}">
                <ns2:creationId id="{F0D30BC9-8BB9-4625-A2F8-3C9C2232437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48640" y="5105400"/>
            <a:ext cx="514350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marL="0" indent="0">
              <a:buNone/>
            </a:lvl1pPr>
            <a:lvl2pPr marL="0" indent="0">
              <a:buNone/>
            </a:lvl2pPr>
            <a:lvl3pPr marL="0" indent="0">
              <a:buNone/>
            </a:lvl3pPr>
            <a:lvl4pPr marL="0" indent="0">
              <a:buNone/>
            </a:lvl4pPr>
            <a:lvl5pPr marL="0" indent="0">
              <a:buNone/>
            </a:lvl5pPr>
            <a:lvl6pPr marL="0" indent="0">
              <a:buNone/>
            </a:lvl6pPr>
            <a:lvl7pPr marL="0" indent="0">
              <a:buNone/>
            </a:lvl7pPr>
            <a:lvl8pPr marL="0" indent="0">
              <a:buNone/>
            </a:lvl8pPr>
            <a:lvl9pPr marL="0" indent="0">
              <a:buNone/>
            </a:lvl9pPr>
          </a:lstStyle>
          <a:p>
            <a:pPr algn="l" marL="0" indent="0">
              <a:defRPr sz="1725" b="0">
                <a:solidFill>
                  <a:srgbClr val="171513"/>
                </a:solidFill>
                <a:latin typeface="Manrope"/>
                <a:ea typeface="Manrope"/>
                <a:cs typeface="Manrope"/>
              </a:defRPr>
              <a:buNone/>
            </a:pPr>
            <a:r>
              <a:rPr sz="1725" b="0">
                <a:solidFill>
                  <a:srgbClr val="171513"/>
                </a:solidFill>
                <a:latin typeface="Manrope"/>
                <a:ea typeface="Manrope"/>
                <a:cs typeface="Manrope"/>
              </a:rPr>
              <a:t>[Cliente]</a:t>
            </a:r>
          </a:p>
          <a:p>
            <a:pPr algn="l" marL="0" indent="0">
              <a:defRPr sz="1725" b="0">
                <a:solidFill>
                  <a:srgbClr val="171513"/>
                </a:solidFill>
                <a:latin typeface="Manrope"/>
                <a:ea typeface="Manrope"/>
                <a:cs typeface="Manrope"/>
              </a:defRPr>
              <a:buNone/>
            </a:pPr>
            <a:r>
              <a:rPr sz="1725" b="0">
                <a:solidFill>
                  <a:srgbClr val="171513"/>
                </a:solidFill>
                <a:latin typeface="Manrope"/>
                <a:ea typeface="Manrope"/>
                <a:cs typeface="Manrope"/>
              </a:rPr>
              <a:t>[Data]</a:t>
            </a:r>
          </a:p>
        </p:txBody>
      </p:sp>
      <p:sp>
        <p:nvSpPr>
          <p:cNvPr id="8" name="LGH_PLACEHOLDER_picture_3">
            <a:extLst>
              <a:ext uri="{FF2B5EF4-FFF2-40B4-BE49-F238E27FC236}">
                <ns2:creationId id="{C59D887B-766F-4711-9542-CD93CBEF778C}"/>
              </a:ext>
            </a:extLst>
          </p:cNvPr>
          <p:cNvSpPr>
            <a:spLocks noGrp="1"/>
          </p:cNvSpPr>
          <p:nvPr>
            <p:ph type="pic" idx="3"/>
          </p:nvPr>
        </p:nvSpPr>
        <p:spPr>
          <a:xfrm>
            <a:off x="7239000" y="1619250"/>
            <a:ext cx="4572000" cy="3524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marL="0" indent="0">
              <a:buNone/>
            </a:lvl1pPr>
            <a:lvl2pPr marL="0" indent="0">
              <a:buNone/>
            </a:lvl2pPr>
            <a:lvl3pPr marL="0" indent="0">
              <a:buNone/>
            </a:lvl3pPr>
            <a:lvl4pPr marL="0" indent="0">
              <a:buNone/>
            </a:lvl4pPr>
            <a:lvl5pPr marL="0" indent="0">
              <a:buNone/>
            </a:lvl5pPr>
            <a:lvl6pPr marL="0" indent="0">
              <a:buNone/>
            </a:lvl6pPr>
            <a:lvl7pPr marL="0" indent="0">
              <a:buNone/>
            </a:lvl7pPr>
            <a:lvl8pPr marL="0" indent="0">
              <a:buNone/>
            </a:lvl8pPr>
            <a:lvl9pPr marL="0" indent="0">
              <a:buNone/>
            </a:lvl9pPr>
          </a:lstStyle>
          <a:p>
            <a:pPr marL="0" indent="0">
              <a:buNone/>
            </a:pPr>
            <a:r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ns2="http://schemas.microsoft.com/office/drawing/2014/main" xmlns:ns3="http://schemas.openxmlformats.org/officeDocument/2006/relationships" xmlns:p="http://schemas.openxmlformats.org/presentationml/2006/main">
  <p:cSld name="02 · Capa 2 linhas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" name="LGH_STATIC_Campo de imagem">
            <a:extLst>
              <a:ext uri="{FF2B5EF4-FFF2-40B4-BE49-F238E27FC236}">
                <ns2:creationId id="{5F8AB21B-A6D6-41BD-898F-0B8114FDAF71}"/>
              </a:ext>
            </a:extLst>
          </p:cNvPr>
          <p:cNvSpPr>
            <a:spLocks noGrp="1"/>
          </p:cNvSpPr>
          <p:nvPr/>
        </p:nvSpPr>
        <p:spPr>
          <a:xfrm>
            <a:off x="6877050" y="0"/>
            <a:ext cx="5314950" cy="6858000"/>
          </a:xfrm>
          <a:prstGeom prst="rect">
            <a:avLst/>
          </a:prstGeom>
          <a:solidFill>
            <a:srgbClr val="FA6404"/>
          </a:solidFill>
          <a:ln w="0">
            <a:noFill/>
          </a:ln>
        </p:spPr>
      </p:sp>
      <p:sp>
        <p:nvSpPr>
          <p:cNvPr id="3" name="LGH_STATIC_Faixa de respiro">
            <a:extLst>
              <a:ext uri="{FF2B5EF4-FFF2-40B4-BE49-F238E27FC236}">
                <ns2:creationId id="{1CFBD78C-F9B4-453E-9E78-68C4B0A831A1}"/>
              </a:ext>
            </a:extLst>
          </p:cNvPr>
          <p:cNvSpPr>
            <a:spLocks noGrp="1"/>
          </p:cNvSpPr>
          <p:nvPr/>
        </p:nvSpPr>
        <p:spPr>
          <a:xfrm>
            <a:off x="6553200" y="0"/>
            <a:ext cx="323850" cy="6858000"/>
          </a:xfrm>
          <a:prstGeom prst="rect">
            <a:avLst/>
          </a:prstGeom>
          <a:solidFill>
            <a:srgbClr val="F5F2ED"/>
          </a:solidFill>
          <a:ln w="0">
            <a:noFill/>
          </a:ln>
        </p:spPr>
      </p:sp>
      <p:pic>
        <p:nvPicPr>
          <p:cNvPr id="4" name=""/>
          <p:cNvPicPr>
            <a:picLocks noChangeAspect="1"/>
          </p:cNvPicPr>
          <p:nvPr/>
        </p:nvPicPr>
        <p:blipFill>
          <a:blip ns3:embed="R022f647fe9e2445a"/>
          <a:stretch/>
        </p:blipFill>
        <p:spPr>
          <a:xfrm>
            <a:off x="548640" y="514350"/>
            <a:ext cx="3381375" cy="509155"/>
          </a:xfrm>
          <a:prstGeom prst="rect">
            <a:avLst/>
          </a:prstGeom>
        </p:spPr>
      </p:pic>
      <p:sp>
        <p:nvSpPr>
          <p:cNvPr id="5" name="LGH_PLACEHOLDER_title_0">
            <a:extLst>
              <a:ext uri="{FF2B5EF4-FFF2-40B4-BE49-F238E27FC236}">
                <ns2:creationId id="{6D35E797-BE2C-4C38-9432-5E42B73F6666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548640" y="2219325"/>
            <a:ext cx="5715000" cy="1695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marL="0" indent="0">
              <a:buNone/>
            </a:lvl1pPr>
            <a:lvl2pPr marL="0" indent="0">
              <a:buNone/>
            </a:lvl2pPr>
            <a:lvl3pPr marL="0" indent="0">
              <a:buNone/>
            </a:lvl3pPr>
            <a:lvl4pPr marL="0" indent="0">
              <a:buNone/>
            </a:lvl4pPr>
            <a:lvl5pPr marL="0" indent="0">
              <a:buNone/>
            </a:lvl5pPr>
            <a:lvl6pPr marL="0" indent="0">
              <a:buNone/>
            </a:lvl6pPr>
            <a:lvl7pPr marL="0" indent="0">
              <a:buNone/>
            </a:lvl7pPr>
            <a:lvl8pPr marL="0" indent="0">
              <a:buNone/>
            </a:lvl8pPr>
            <a:lvl9pPr marL="0" indent="0">
              <a:buNone/>
            </a:lvl9pPr>
          </a:lstStyle>
          <a:p>
            <a:pPr algn="l" marL="0" indent="0">
              <a:defRPr sz="4350" b="0">
                <a:solidFill>
                  <a:srgbClr val="171513"/>
                </a:solidFill>
                <a:latin typeface="Space Grotesk SemiBold"/>
                <a:ea typeface="Space Grotesk SemiBold"/>
                <a:cs typeface="Space Grotesk SemiBold"/>
              </a:defRPr>
              <a:buNone/>
            </a:pPr>
            <a:r>
              <a:rPr sz="4350" b="0">
                <a:solidFill>
                  <a:srgbClr val="171513"/>
                </a:solidFill>
                <a:latin typeface="Space Grotesk SemiBold"/>
                <a:ea typeface="Space Grotesk SemiBold"/>
                <a:cs typeface="Space Grotesk SemiBold"/>
              </a:rPr>
              <a:t>[Nome do</a:t>
            </a:r>
          </a:p>
          <a:p>
            <a:pPr algn="l" marL="0" indent="0">
              <a:defRPr sz="4350" b="0">
                <a:solidFill>
                  <a:srgbClr val="171513"/>
                </a:solidFill>
                <a:latin typeface="Space Grotesk SemiBold"/>
                <a:ea typeface="Space Grotesk SemiBold"/>
                <a:cs typeface="Space Grotesk SemiBold"/>
              </a:defRPr>
              <a:buNone/>
            </a:pPr>
            <a:r>
              <a:rPr sz="4350" b="0">
                <a:solidFill>
                  <a:srgbClr val="171513"/>
                </a:solidFill>
                <a:latin typeface="Space Grotesk SemiBold"/>
                <a:ea typeface="Space Grotesk SemiBold"/>
                <a:cs typeface="Space Grotesk SemiBold"/>
              </a:rPr>
              <a:t>projeto]</a:t>
            </a:r>
          </a:p>
        </p:txBody>
      </p:sp>
      <p:sp>
        <p:nvSpPr>
          <p:cNvPr id="6" name="LGH_PLACEHOLDER_subtitle_1">
            <a:extLst>
              <a:ext uri="{FF2B5EF4-FFF2-40B4-BE49-F238E27FC236}">
                <ns2:creationId id="{376A51C9-4108-4FA3-8014-07C214B3C9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" y="4057650"/>
            <a:ext cx="5715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marL="0" indent="0">
              <a:buNone/>
            </a:lvl1pPr>
            <a:lvl2pPr marL="0" indent="0">
              <a:buNone/>
            </a:lvl2pPr>
            <a:lvl3pPr marL="0" indent="0">
              <a:buNone/>
            </a:lvl3pPr>
            <a:lvl4pPr marL="0" indent="0">
              <a:buNone/>
            </a:lvl4pPr>
            <a:lvl5pPr marL="0" indent="0">
              <a:buNone/>
            </a:lvl5pPr>
            <a:lvl6pPr marL="0" indent="0">
              <a:buNone/>
            </a:lvl6pPr>
            <a:lvl7pPr marL="0" indent="0">
              <a:buNone/>
            </a:lvl7pPr>
            <a:lvl8pPr marL="0" indent="0">
              <a:buNone/>
            </a:lvl8pPr>
            <a:lvl9pPr marL="0" indent="0">
              <a:buNone/>
            </a:lvl9pPr>
          </a:lstStyle>
          <a:p>
            <a:pPr algn="l" marL="0" indent="0">
              <a:defRPr sz="2100" b="0">
                <a:solidFill>
                  <a:srgbClr val="171513"/>
                </a:solidFill>
                <a:latin typeface="Manrope"/>
                <a:ea typeface="Manrope"/>
                <a:cs typeface="Manrope"/>
              </a:defRPr>
              <a:buNone/>
            </a:pPr>
            <a:r>
              <a:rPr sz="2100" b="0">
                <a:solidFill>
                  <a:srgbClr val="171513"/>
                </a:solidFill>
                <a:latin typeface="Manrope"/>
                <a:ea typeface="Manrope"/>
                <a:cs typeface="Manrope"/>
              </a:rPr>
              <a:t>[Descrição da apresentação]</a:t>
            </a:r>
          </a:p>
        </p:txBody>
      </p:sp>
      <p:sp>
        <p:nvSpPr>
          <p:cNvPr id="7" name="LGH_PLACEHOLDER_body_2">
            <a:extLst>
              <a:ext uri="{FF2B5EF4-FFF2-40B4-BE49-F238E27FC236}">
                <ns2:creationId id="{0D92AB3A-07A6-4F82-B2BE-9290C0ACA2D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48640" y="5105400"/>
            <a:ext cx="514350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marL="0" indent="0">
              <a:buNone/>
            </a:lvl1pPr>
            <a:lvl2pPr marL="0" indent="0">
              <a:buNone/>
            </a:lvl2pPr>
            <a:lvl3pPr marL="0" indent="0">
              <a:buNone/>
            </a:lvl3pPr>
            <a:lvl4pPr marL="0" indent="0">
              <a:buNone/>
            </a:lvl4pPr>
            <a:lvl5pPr marL="0" indent="0">
              <a:buNone/>
            </a:lvl5pPr>
            <a:lvl6pPr marL="0" indent="0">
              <a:buNone/>
            </a:lvl6pPr>
            <a:lvl7pPr marL="0" indent="0">
              <a:buNone/>
            </a:lvl7pPr>
            <a:lvl8pPr marL="0" indent="0">
              <a:buNone/>
            </a:lvl8pPr>
            <a:lvl9pPr marL="0" indent="0">
              <a:buNone/>
            </a:lvl9pPr>
          </a:lstStyle>
          <a:p>
            <a:pPr algn="l" marL="0" indent="0">
              <a:defRPr sz="1725" b="0">
                <a:solidFill>
                  <a:srgbClr val="171513"/>
                </a:solidFill>
                <a:latin typeface="Manrope"/>
                <a:ea typeface="Manrope"/>
                <a:cs typeface="Manrope"/>
              </a:defRPr>
              <a:buNone/>
            </a:pPr>
            <a:r>
              <a:rPr sz="1725" b="0">
                <a:solidFill>
                  <a:srgbClr val="171513"/>
                </a:solidFill>
                <a:latin typeface="Manrope"/>
                <a:ea typeface="Manrope"/>
                <a:cs typeface="Manrope"/>
              </a:rPr>
              <a:t>[Cliente]</a:t>
            </a:r>
          </a:p>
          <a:p>
            <a:pPr algn="l" marL="0" indent="0">
              <a:defRPr sz="1725" b="0">
                <a:solidFill>
                  <a:srgbClr val="171513"/>
                </a:solidFill>
                <a:latin typeface="Manrope"/>
                <a:ea typeface="Manrope"/>
                <a:cs typeface="Manrope"/>
              </a:defRPr>
              <a:buNone/>
            </a:pPr>
            <a:r>
              <a:rPr sz="1725" b="0">
                <a:solidFill>
                  <a:srgbClr val="171513"/>
                </a:solidFill>
                <a:latin typeface="Manrope"/>
                <a:ea typeface="Manrope"/>
                <a:cs typeface="Manrope"/>
              </a:rPr>
              <a:t>[Data]</a:t>
            </a:r>
          </a:p>
        </p:txBody>
      </p:sp>
      <p:sp>
        <p:nvSpPr>
          <p:cNvPr id="8" name="LGH_PLACEHOLDER_picture_3">
            <a:extLst>
              <a:ext uri="{FF2B5EF4-FFF2-40B4-BE49-F238E27FC236}">
                <ns2:creationId id="{99D3A5DA-C18C-4C33-A90C-D18C004A02CD}"/>
              </a:ext>
            </a:extLst>
          </p:cNvPr>
          <p:cNvSpPr>
            <a:spLocks noGrp="1"/>
          </p:cNvSpPr>
          <p:nvPr>
            <p:ph type="pic" idx="3"/>
          </p:nvPr>
        </p:nvSpPr>
        <p:spPr>
          <a:xfrm>
            <a:off x="7239000" y="1619250"/>
            <a:ext cx="4572000" cy="3524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marL="0" indent="0">
              <a:buNone/>
            </a:lvl1pPr>
            <a:lvl2pPr marL="0" indent="0">
              <a:buNone/>
            </a:lvl2pPr>
            <a:lvl3pPr marL="0" indent="0">
              <a:buNone/>
            </a:lvl3pPr>
            <a:lvl4pPr marL="0" indent="0">
              <a:buNone/>
            </a:lvl4pPr>
            <a:lvl5pPr marL="0" indent="0">
              <a:buNone/>
            </a:lvl5pPr>
            <a:lvl6pPr marL="0" indent="0">
              <a:buNone/>
            </a:lvl6pPr>
            <a:lvl7pPr marL="0" indent="0">
              <a:buNone/>
            </a:lvl7pPr>
            <a:lvl8pPr marL="0" indent="0">
              <a:buNone/>
            </a:lvl8pPr>
            <a:lvl9pPr marL="0" indent="0">
              <a:buNone/>
            </a:lvl9pPr>
          </a:lstStyle>
          <a:p>
            <a:pPr marL="0" indent="0">
              <a:buNone/>
            </a:pPr>
            <a:r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ns2="http://schemas.microsoft.com/office/drawing/2014/main" xmlns:ns3="http://schemas.openxmlformats.org/officeDocument/2006/relationships" xmlns:p="http://schemas.openxmlformats.org/presentationml/2006/main">
  <p:cSld name="03 · Abertura de seção">
    <p:bg>
      <p:bgPr>
        <a:solidFill>
          <a:srgbClr val="171513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" name="LGH_STATIC_Faixa de seção">
            <a:extLst>
              <a:ext uri="{FF2B5EF4-FFF2-40B4-BE49-F238E27FC236}">
                <ns2:creationId id="{79CF8094-B026-48D7-AFE6-551A97410197}"/>
              </a:ext>
            </a:extLst>
          </p:cNvPr>
          <p:cNvSpPr>
            <a:spLocks noGrp="1"/>
          </p:cNvSpPr>
          <p:nvPr/>
        </p:nvSpPr>
        <p:spPr>
          <a:xfrm>
            <a:off x="11239500" y="0"/>
            <a:ext cx="952500" cy="6858000"/>
          </a:xfrm>
          <a:prstGeom prst="rect">
            <a:avLst/>
          </a:prstGeom>
          <a:solidFill>
            <a:srgbClr val="FA6404"/>
          </a:solidFill>
          <a:ln w="0">
            <a:noFill/>
          </a:ln>
        </p:spPr>
      </p:sp>
      <p:pic>
        <p:nvPicPr>
          <p:cNvPr id="3" name=""/>
          <p:cNvPicPr>
            <a:picLocks noChangeAspect="1"/>
          </p:cNvPicPr>
          <p:nvPr/>
        </p:nvPicPr>
        <p:blipFill>
          <a:blip ns3:embed="Re1e632e2f2e844c9"/>
          <a:stretch/>
        </p:blipFill>
        <p:spPr>
          <a:xfrm>
            <a:off x="548640" y="476250"/>
            <a:ext cx="3238500" cy="487642"/>
          </a:xfrm>
          <a:prstGeom prst="rect">
            <a:avLst/>
          </a:prstGeom>
        </p:spPr>
      </p:pic>
      <p:sp>
        <p:nvSpPr>
          <p:cNvPr id="4" name="LGH_PLACEHOLDER_subtitle_1">
            <a:extLst>
              <a:ext uri="{FF2B5EF4-FFF2-40B4-BE49-F238E27FC236}">
                <ns2:creationId id="{B2B11334-7DE4-4127-83B0-BA16FCFFBB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" y="2171700"/>
            <a:ext cx="1905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marL="0" indent="0">
              <a:buNone/>
            </a:lvl1pPr>
            <a:lvl2pPr marL="0" indent="0">
              <a:buNone/>
            </a:lvl2pPr>
            <a:lvl3pPr marL="0" indent="0">
              <a:buNone/>
            </a:lvl3pPr>
            <a:lvl4pPr marL="0" indent="0">
              <a:buNone/>
            </a:lvl4pPr>
            <a:lvl5pPr marL="0" indent="0">
              <a:buNone/>
            </a:lvl5pPr>
            <a:lvl6pPr marL="0" indent="0">
              <a:buNone/>
            </a:lvl6pPr>
            <a:lvl7pPr marL="0" indent="0">
              <a:buNone/>
            </a:lvl7pPr>
            <a:lvl8pPr marL="0" indent="0">
              <a:buNone/>
            </a:lvl8pPr>
            <a:lvl9pPr marL="0" indent="0">
              <a:buNone/>
            </a:lvl9pPr>
          </a:lstStyle>
          <a:p>
            <a:pPr algn="l" marL="0" indent="0">
              <a:defRPr sz="2850" b="0">
                <a:solidFill>
                  <a:srgbClr val="FA6404"/>
                </a:solidFill>
                <a:latin typeface="Space Grotesk SemiBold"/>
                <a:ea typeface="Space Grotesk SemiBold"/>
                <a:cs typeface="Space Grotesk SemiBold"/>
              </a:defRPr>
              <a:buNone/>
            </a:pPr>
            <a:r>
              <a:rPr sz="2850" b="0">
                <a:solidFill>
                  <a:srgbClr val="FA6404"/>
                </a:solidFill>
                <a:latin typeface="Space Grotesk SemiBold"/>
                <a:ea typeface="Space Grotesk SemiBold"/>
                <a:cs typeface="Space Grotesk SemiBold"/>
              </a:rPr>
              <a:t>01</a:t>
            </a:r>
          </a:p>
        </p:txBody>
      </p:sp>
      <p:sp>
        <p:nvSpPr>
          <p:cNvPr id="5" name="LGH_PLACEHOLDER_title_0">
            <a:extLst>
              <a:ext uri="{FF2B5EF4-FFF2-40B4-BE49-F238E27FC236}">
                <ns2:creationId id="{F096DB46-8845-4A9F-B010-9202612DE0D0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548640" y="2857500"/>
            <a:ext cx="10001250" cy="1476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marL="0" indent="0">
              <a:buNone/>
            </a:lvl1pPr>
            <a:lvl2pPr marL="0" indent="0">
              <a:buNone/>
            </a:lvl2pPr>
            <a:lvl3pPr marL="0" indent="0">
              <a:buNone/>
            </a:lvl3pPr>
            <a:lvl4pPr marL="0" indent="0">
              <a:buNone/>
            </a:lvl4pPr>
            <a:lvl5pPr marL="0" indent="0">
              <a:buNone/>
            </a:lvl5pPr>
            <a:lvl6pPr marL="0" indent="0">
              <a:buNone/>
            </a:lvl6pPr>
            <a:lvl7pPr marL="0" indent="0">
              <a:buNone/>
            </a:lvl7pPr>
            <a:lvl8pPr marL="0" indent="0">
              <a:buNone/>
            </a:lvl8pPr>
            <a:lvl9pPr marL="0" indent="0">
              <a:buNone/>
            </a:lvl9pPr>
          </a:lstStyle>
          <a:p>
            <a:pPr algn="l" marL="0" indent="0">
              <a:defRPr sz="4650" b="0">
                <a:solidFill>
                  <a:srgbClr val="F5F2ED"/>
                </a:solidFill>
                <a:latin typeface="Space Grotesk SemiBold"/>
                <a:ea typeface="Space Grotesk SemiBold"/>
                <a:cs typeface="Space Grotesk SemiBold"/>
              </a:defRPr>
              <a:buNone/>
            </a:pPr>
            <a:r>
              <a:rPr sz="4650" b="0">
                <a:solidFill>
                  <a:srgbClr val="F5F2ED"/>
                </a:solidFill>
                <a:latin typeface="Space Grotesk SemiBold"/>
                <a:ea typeface="Space Grotesk SemiBold"/>
                <a:cs typeface="Space Grotesk SemiBold"/>
              </a:rPr>
              <a:t>[Nome da</a:t>
            </a:r>
          </a:p>
          <a:p>
            <a:pPr algn="l" marL="0" indent="0">
              <a:defRPr sz="4650" b="0">
                <a:solidFill>
                  <a:srgbClr val="F5F2ED"/>
                </a:solidFill>
                <a:latin typeface="Space Grotesk SemiBold"/>
                <a:ea typeface="Space Grotesk SemiBold"/>
                <a:cs typeface="Space Grotesk SemiBold"/>
              </a:defRPr>
              <a:buNone/>
            </a:pPr>
            <a:r>
              <a:rPr sz="4650" b="0">
                <a:solidFill>
                  <a:srgbClr val="F5F2ED"/>
                </a:solidFill>
                <a:latin typeface="Space Grotesk SemiBold"/>
                <a:ea typeface="Space Grotesk SemiBold"/>
                <a:cs typeface="Space Grotesk SemiBold"/>
              </a:rPr>
              <a:t>seção]</a:t>
            </a:r>
          </a:p>
        </p:txBody>
      </p:sp>
      <p:sp>
        <p:nvSpPr>
          <p:cNvPr id="6" name="LGH_PLACEHOLDER_body_2">
            <a:extLst>
              <a:ext uri="{FF2B5EF4-FFF2-40B4-BE49-F238E27FC236}">
                <ns2:creationId id="{BD230612-2CD8-4463-B4C1-8D8B1A93C2F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48640" y="4772025"/>
            <a:ext cx="100012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marL="0" indent="0">
              <a:buNone/>
            </a:lvl1pPr>
            <a:lvl2pPr marL="0" indent="0">
              <a:buNone/>
            </a:lvl2pPr>
            <a:lvl3pPr marL="0" indent="0">
              <a:buNone/>
            </a:lvl3pPr>
            <a:lvl4pPr marL="0" indent="0">
              <a:buNone/>
            </a:lvl4pPr>
            <a:lvl5pPr marL="0" indent="0">
              <a:buNone/>
            </a:lvl5pPr>
            <a:lvl6pPr marL="0" indent="0">
              <a:buNone/>
            </a:lvl6pPr>
            <a:lvl7pPr marL="0" indent="0">
              <a:buNone/>
            </a:lvl7pPr>
            <a:lvl8pPr marL="0" indent="0">
              <a:buNone/>
            </a:lvl8pPr>
            <a:lvl9pPr marL="0" indent="0">
              <a:buNone/>
            </a:lvl9pPr>
          </a:lstStyle>
          <a:p>
            <a:pPr algn="l" marL="0" indent="0">
              <a:defRPr sz="2100" b="0">
                <a:solidFill>
                  <a:srgbClr val="F5F2ED"/>
                </a:solidFill>
                <a:latin typeface="Manrope"/>
                <a:ea typeface="Manrope"/>
                <a:cs typeface="Manrope"/>
              </a:defRPr>
              <a:buNone/>
            </a:pPr>
            <a:r>
              <a:rPr sz="2100" b="0">
                <a:solidFill>
                  <a:srgbClr val="F5F2ED"/>
                </a:solidFill>
                <a:latin typeface="Manrope"/>
                <a:ea typeface="Manrope"/>
                <a:cs typeface="Manrope"/>
              </a:rPr>
              <a:t>[Uma frase para apresentar esta parte]</a:t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ns2="http://schemas.microsoft.com/office/drawing/2014/main" xmlns:ns3="http://schemas.openxmlformats.org/officeDocument/2006/relationships" xmlns:p="http://schemas.openxmlformats.org/presentationml/2006/main">
  <p:cSld name="04 · Título de uma linha e texto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" name="LGH_STATIC_Canto herdado da grade Aotta">
            <a:extLst>
              <a:ext uri="{FF2B5EF4-FFF2-40B4-BE49-F238E27FC236}">
                <ns2:creationId id="{14DF356A-3E7B-4D14-900E-9ADE86B0FAE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14450" cy="95250"/>
          </a:xfrm>
          <a:prstGeom prst="rect">
            <a:avLst/>
          </a:prstGeom>
          <a:solidFill>
            <a:srgbClr val="FA6404"/>
          </a:solidFill>
          <a:ln w="0">
            <a:noFill/>
          </a:ln>
        </p:spPr>
      </p:sp>
      <p:sp>
        <p:nvSpPr>
          <p:cNvPr id="3" name="LGH_STATIC_Margem de abertura">
            <a:extLst>
              <a:ext uri="{FF2B5EF4-FFF2-40B4-BE49-F238E27FC236}">
                <ns2:creationId id="{47F4BC81-13DE-4375-9F3A-2F29832DC9A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1314450"/>
          </a:xfrm>
          <a:prstGeom prst="rect">
            <a:avLst/>
          </a:prstGeom>
          <a:solidFill>
            <a:srgbClr val="FA6404"/>
          </a:solidFill>
          <a:ln w="0">
            <a:noFill/>
          </a:ln>
        </p:spPr>
      </p:sp>
      <p:pic>
        <p:nvPicPr>
          <p:cNvPr id="4" name=""/>
          <p:cNvPicPr>
            <a:picLocks noChangeAspect="1"/>
          </p:cNvPicPr>
          <p:nvPr/>
        </p:nvPicPr>
        <p:blipFill>
          <a:blip ns3:embed="R6c2ab2ad2db441ef"/>
          <a:stretch/>
        </p:blipFill>
        <p:spPr>
          <a:xfrm>
            <a:off x="548640" y="6438900"/>
            <a:ext cx="1657350" cy="249558"/>
          </a:xfrm>
          <a:prstGeom prst="rect">
            <a:avLst/>
          </a:prstGeom>
        </p:spPr>
      </p:pic>
      <p:sp>
        <p:nvSpPr>
          <p:cNvPr id="5" name="LGH_PLACEHOLDER_body_90">
            <a:extLst>
              <a:ext uri="{FF2B5EF4-FFF2-40B4-BE49-F238E27FC236}">
                <ns2:creationId id="{8F934F35-3EBE-4174-8559-3172DECDBFBD}"/>
              </a:ext>
            </a:extLst>
          </p:cNvPr>
          <p:cNvSpPr>
            <a:spLocks noGrp="1"/>
          </p:cNvSpPr>
          <p:nvPr>
            <p:ph type="body" idx="90"/>
          </p:nvPr>
        </p:nvSpPr>
        <p:spPr>
          <a:xfrm>
            <a:off x="2428875" y="6448425"/>
            <a:ext cx="6858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marL="0" indent="0">
              <a:buNone/>
            </a:lvl1pPr>
            <a:lvl2pPr marL="0" indent="0">
              <a:buNone/>
            </a:lvl2pPr>
            <a:lvl3pPr marL="0" indent="0">
              <a:buNone/>
            </a:lvl3pPr>
            <a:lvl4pPr marL="0" indent="0">
              <a:buNone/>
            </a:lvl4pPr>
            <a:lvl5pPr marL="0" indent="0">
              <a:buNone/>
            </a:lvl5pPr>
            <a:lvl6pPr marL="0" indent="0">
              <a:buNone/>
            </a:lvl6pPr>
            <a:lvl7pPr marL="0" indent="0">
              <a:buNone/>
            </a:lvl7pPr>
            <a:lvl8pPr marL="0" indent="0">
              <a:buNone/>
            </a:lvl8pPr>
            <a:lvl9pPr marL="0" indent="0">
              <a:buNone/>
            </a:lvl9pPr>
          </a:lstStyle>
          <a:p>
            <a:pPr algn="l" marL="0" indent="0">
              <a:defRPr sz="1050" b="0">
                <a:solidFill>
                  <a:srgbClr val="66615B"/>
                </a:solidFill>
                <a:latin typeface="Manrope"/>
                <a:ea typeface="Manrope"/>
                <a:cs typeface="Manrope"/>
              </a:defRPr>
              <a:buNone/>
            </a:pPr>
            <a:r>
              <a:rPr sz="1050" b="0">
                <a:solidFill>
                  <a:srgbClr val="66615B"/>
                </a:solidFill>
                <a:latin typeface="Manrope"/>
                <a:ea typeface="Manrope"/>
                <a:cs typeface="Manrope"/>
              </a:rPr>
              <a:t>[Cliente]  /  [Projeto]</a:t>
            </a:r>
          </a:p>
        </p:txBody>
      </p:sp>
      <p:sp>
        <p:nvSpPr>
          <p:cNvPr id="6" name="LGH_PLACEHOLDER_subtitle_1">
            <a:extLst>
              <a:ext uri="{FF2B5EF4-FFF2-40B4-BE49-F238E27FC236}">
                <ns2:creationId id="{74FA9DBF-C5F8-4994-B613-0BA031C7B9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" y="371475"/>
            <a:ext cx="1109472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marL="0" indent="0">
              <a:buNone/>
            </a:lvl1pPr>
            <a:lvl2pPr marL="0" indent="0">
              <a:buNone/>
            </a:lvl2pPr>
            <a:lvl3pPr marL="0" indent="0">
              <a:buNone/>
            </a:lvl3pPr>
            <a:lvl4pPr marL="0" indent="0">
              <a:buNone/>
            </a:lvl4pPr>
            <a:lvl5pPr marL="0" indent="0">
              <a:buNone/>
            </a:lvl5pPr>
            <a:lvl6pPr marL="0" indent="0">
              <a:buNone/>
            </a:lvl6pPr>
            <a:lvl7pPr marL="0" indent="0">
              <a:buNone/>
            </a:lvl7pPr>
            <a:lvl8pPr marL="0" indent="0">
              <a:buNone/>
            </a:lvl8pPr>
            <a:lvl9pPr marL="0" indent="0">
              <a:buNone/>
            </a:lvl9pPr>
          </a:lstStyle>
          <a:p>
            <a:pPr algn="l" marL="0" indent="0">
              <a:defRPr sz="1200" b="0">
                <a:solidFill>
                  <a:srgbClr val="766E65"/>
                </a:solidFill>
                <a:latin typeface="Manrope"/>
                <a:ea typeface="Manrope"/>
                <a:cs typeface="Manrope"/>
              </a:defRPr>
              <a:buNone/>
            </a:pPr>
            <a:r>
              <a:rPr sz="1200" b="0">
                <a:solidFill>
                  <a:srgbClr val="766E65"/>
                </a:solidFill>
                <a:latin typeface="Manrope"/>
                <a:ea typeface="Manrope"/>
                <a:cs typeface="Manrope"/>
              </a:rPr>
              <a:t>[SEÇÃO]</a:t>
            </a:r>
          </a:p>
        </p:txBody>
      </p:sp>
      <p:sp>
        <p:nvSpPr>
          <p:cNvPr id="7" name="LGH_PLACEHOLDER_title_0">
            <a:extLst>
              <a:ext uri="{FF2B5EF4-FFF2-40B4-BE49-F238E27FC236}">
                <ns2:creationId id="{3C4266B4-C6F6-4AC6-9FD9-3F330523F1E6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548640" y="704850"/>
            <a:ext cx="1109472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marL="0" indent="0">
              <a:buNone/>
            </a:lvl1pPr>
            <a:lvl2pPr marL="0" indent="0">
              <a:buNone/>
            </a:lvl2pPr>
            <a:lvl3pPr marL="0" indent="0">
              <a:buNone/>
            </a:lvl3pPr>
            <a:lvl4pPr marL="0" indent="0">
              <a:buNone/>
            </a:lvl4pPr>
            <a:lvl5pPr marL="0" indent="0">
              <a:buNone/>
            </a:lvl5pPr>
            <a:lvl6pPr marL="0" indent="0">
              <a:buNone/>
            </a:lvl6pPr>
            <a:lvl7pPr marL="0" indent="0">
              <a:buNone/>
            </a:lvl7pPr>
            <a:lvl8pPr marL="0" indent="0">
              <a:buNone/>
            </a:lvl8pPr>
            <a:lvl9pPr marL="0" indent="0">
              <a:buNone/>
            </a:lvl9pPr>
          </a:lstStyle>
          <a:p>
            <a:pPr algn="l" marL="0" indent="0">
              <a:defRPr sz="3300" b="0">
                <a:solidFill>
                  <a:srgbClr val="171513"/>
                </a:solidFill>
                <a:latin typeface="Space Grotesk SemiBold"/>
                <a:ea typeface="Space Grotesk SemiBold"/>
                <a:cs typeface="Space Grotesk SemiBold"/>
              </a:defRPr>
              <a:buNone/>
            </a:pPr>
            <a:r>
              <a:rPr sz="3300" b="0">
                <a:solidFill>
                  <a:srgbClr val="171513"/>
                </a:solidFill>
                <a:latin typeface="Space Grotesk SemiBold"/>
                <a:ea typeface="Space Grotesk SemiBold"/>
                <a:cs typeface="Space Grotesk SemiBold"/>
              </a:rPr>
              <a:t>[Título de uma linha]</a:t>
            </a:r>
          </a:p>
        </p:txBody>
      </p:sp>
      <p:sp>
        <p:nvSpPr>
          <p:cNvPr id="8" name="LGH_PLACEHOLDER_body_2">
            <a:extLst>
              <a:ext uri="{FF2B5EF4-FFF2-40B4-BE49-F238E27FC236}">
                <ns2:creationId id="{62880F39-E82C-4A8D-99C4-D0CE3B82BBE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48640" y="2047875"/>
            <a:ext cx="11094720" cy="3619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marL="0" indent="0">
              <a:buNone/>
            </a:lvl1pPr>
            <a:lvl2pPr marL="0" indent="0">
              <a:buNone/>
            </a:lvl2pPr>
            <a:lvl3pPr marL="0" indent="0">
              <a:buNone/>
            </a:lvl3pPr>
            <a:lvl4pPr marL="0" indent="0">
              <a:buNone/>
            </a:lvl4pPr>
            <a:lvl5pPr marL="0" indent="0">
              <a:buNone/>
            </a:lvl5pPr>
            <a:lvl6pPr marL="0" indent="0">
              <a:buNone/>
            </a:lvl6pPr>
            <a:lvl7pPr marL="0" indent="0">
              <a:buNone/>
            </a:lvl7pPr>
            <a:lvl8pPr marL="0" indent="0">
              <a:buNone/>
            </a:lvl8pPr>
            <a:lvl9pPr marL="0" indent="0">
              <a:buNone/>
            </a:lvl9pPr>
          </a:lstStyle>
          <a:p>
            <a:pPr algn="l" marL="0" indent="0">
              <a:defRPr sz="2250" b="0">
                <a:solidFill>
                  <a:srgbClr val="171513"/>
                </a:solidFill>
                <a:latin typeface="Manrope"/>
                <a:ea typeface="Manrope"/>
                <a:cs typeface="Manrope"/>
              </a:defRPr>
              <a:buNone/>
            </a:pPr>
            <a:r>
              <a:rPr sz="2250" b="0">
                <a:solidFill>
                  <a:srgbClr val="171513"/>
                </a:solidFill>
                <a:latin typeface="Manrope"/>
                <a:ea typeface="Manrope"/>
                <a:cs typeface="Manrope"/>
              </a:rPr>
              <a:t>[Texto principal da apresentação. Substitua este parágrafo pelo conteúdo do projeto.]</a:t>
            </a:r>
          </a:p>
          <a:p>
            <a:pPr marL="0" indent="0">
              <a:buNone/>
            </a:pPr>
            <a:r>
              <a:t/>
            </a:r>
          </a:p>
          <a:p>
            <a:pPr algn="l" marL="0" indent="0">
              <a:defRPr sz="2250" b="0">
                <a:solidFill>
                  <a:srgbClr val="171513"/>
                </a:solidFill>
                <a:latin typeface="Manrope"/>
                <a:ea typeface="Manrope"/>
                <a:cs typeface="Manrope"/>
              </a:defRPr>
              <a:buNone/>
            </a:pPr>
            <a:r>
              <a:rPr sz="2250" b="0">
                <a:solidFill>
                  <a:srgbClr val="171513"/>
                </a:solidFill>
                <a:latin typeface="Manrope"/>
                <a:ea typeface="Manrope"/>
                <a:cs typeface="Manrope"/>
              </a:rPr>
              <a:t>[Um segundo parágrafo pode detalhar a proposta ou registrar uma decisão.]</a:t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ns2="http://schemas.microsoft.com/office/drawing/2014/main" xmlns:ns3="http://schemas.openxmlformats.org/officeDocument/2006/relationships" xmlns:p="http://schemas.openxmlformats.org/presentationml/2006/main">
  <p:cSld name="05 · Título de duas linhas e texto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" name="LGH_STATIC_Canto herdado da grade Aotta">
            <a:extLst>
              <a:ext uri="{FF2B5EF4-FFF2-40B4-BE49-F238E27FC236}">
                <ns2:creationId id="{8E138C1D-7FE7-4062-B24F-FDE94C4052B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14450" cy="95250"/>
          </a:xfrm>
          <a:prstGeom prst="rect">
            <a:avLst/>
          </a:prstGeom>
          <a:solidFill>
            <a:srgbClr val="FA6404"/>
          </a:solidFill>
          <a:ln w="0">
            <a:noFill/>
          </a:ln>
        </p:spPr>
      </p:sp>
      <p:sp>
        <p:nvSpPr>
          <p:cNvPr id="3" name="LGH_STATIC_Margem de abertura">
            <a:extLst>
              <a:ext uri="{FF2B5EF4-FFF2-40B4-BE49-F238E27FC236}">
                <ns2:creationId id="{14DAC236-23ED-4BFD-9D0A-062700A9E54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1314450"/>
          </a:xfrm>
          <a:prstGeom prst="rect">
            <a:avLst/>
          </a:prstGeom>
          <a:solidFill>
            <a:srgbClr val="FA6404"/>
          </a:solidFill>
          <a:ln w="0">
            <a:noFill/>
          </a:ln>
        </p:spPr>
      </p:sp>
      <p:pic>
        <p:nvPicPr>
          <p:cNvPr id="4" name=""/>
          <p:cNvPicPr>
            <a:picLocks noChangeAspect="1"/>
          </p:cNvPicPr>
          <p:nvPr/>
        </p:nvPicPr>
        <p:blipFill>
          <a:blip ns3:embed="R3a03cfe8c1dc4b6c"/>
          <a:stretch/>
        </p:blipFill>
        <p:spPr>
          <a:xfrm>
            <a:off x="548640" y="6438900"/>
            <a:ext cx="1657350" cy="249558"/>
          </a:xfrm>
          <a:prstGeom prst="rect">
            <a:avLst/>
          </a:prstGeom>
        </p:spPr>
      </p:pic>
      <p:sp>
        <p:nvSpPr>
          <p:cNvPr id="5" name="LGH_PLACEHOLDER_body_90">
            <a:extLst>
              <a:ext uri="{FF2B5EF4-FFF2-40B4-BE49-F238E27FC236}">
                <ns2:creationId id="{641D5F53-4803-4F3D-A822-D6889B06AE15}"/>
              </a:ext>
            </a:extLst>
          </p:cNvPr>
          <p:cNvSpPr>
            <a:spLocks noGrp="1"/>
          </p:cNvSpPr>
          <p:nvPr>
            <p:ph type="body" idx="90"/>
          </p:nvPr>
        </p:nvSpPr>
        <p:spPr>
          <a:xfrm>
            <a:off x="2428875" y="6448425"/>
            <a:ext cx="6858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marL="0" indent="0">
              <a:buNone/>
            </a:lvl1pPr>
            <a:lvl2pPr marL="0" indent="0">
              <a:buNone/>
            </a:lvl2pPr>
            <a:lvl3pPr marL="0" indent="0">
              <a:buNone/>
            </a:lvl3pPr>
            <a:lvl4pPr marL="0" indent="0">
              <a:buNone/>
            </a:lvl4pPr>
            <a:lvl5pPr marL="0" indent="0">
              <a:buNone/>
            </a:lvl5pPr>
            <a:lvl6pPr marL="0" indent="0">
              <a:buNone/>
            </a:lvl6pPr>
            <a:lvl7pPr marL="0" indent="0">
              <a:buNone/>
            </a:lvl7pPr>
            <a:lvl8pPr marL="0" indent="0">
              <a:buNone/>
            </a:lvl8pPr>
            <a:lvl9pPr marL="0" indent="0">
              <a:buNone/>
            </a:lvl9pPr>
          </a:lstStyle>
          <a:p>
            <a:pPr algn="l" marL="0" indent="0">
              <a:defRPr sz="1050" b="0">
                <a:solidFill>
                  <a:srgbClr val="66615B"/>
                </a:solidFill>
                <a:latin typeface="Manrope"/>
                <a:ea typeface="Manrope"/>
                <a:cs typeface="Manrope"/>
              </a:defRPr>
              <a:buNone/>
            </a:pPr>
            <a:r>
              <a:rPr sz="1050" b="0">
                <a:solidFill>
                  <a:srgbClr val="66615B"/>
                </a:solidFill>
                <a:latin typeface="Manrope"/>
                <a:ea typeface="Manrope"/>
                <a:cs typeface="Manrope"/>
              </a:rPr>
              <a:t>[Cliente]  /  [Projeto]</a:t>
            </a:r>
          </a:p>
        </p:txBody>
      </p:sp>
      <p:sp>
        <p:nvSpPr>
          <p:cNvPr id="6" name="LGH_PLACEHOLDER_subtitle_1">
            <a:extLst>
              <a:ext uri="{FF2B5EF4-FFF2-40B4-BE49-F238E27FC236}">
                <ns2:creationId id="{371B0203-4F4E-43F1-92E6-0852260D69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" y="371475"/>
            <a:ext cx="1109472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marL="0" indent="0">
              <a:buNone/>
            </a:lvl1pPr>
            <a:lvl2pPr marL="0" indent="0">
              <a:buNone/>
            </a:lvl2pPr>
            <a:lvl3pPr marL="0" indent="0">
              <a:buNone/>
            </a:lvl3pPr>
            <a:lvl4pPr marL="0" indent="0">
              <a:buNone/>
            </a:lvl4pPr>
            <a:lvl5pPr marL="0" indent="0">
              <a:buNone/>
            </a:lvl5pPr>
            <a:lvl6pPr marL="0" indent="0">
              <a:buNone/>
            </a:lvl6pPr>
            <a:lvl7pPr marL="0" indent="0">
              <a:buNone/>
            </a:lvl7pPr>
            <a:lvl8pPr marL="0" indent="0">
              <a:buNone/>
            </a:lvl8pPr>
            <a:lvl9pPr marL="0" indent="0">
              <a:buNone/>
            </a:lvl9pPr>
          </a:lstStyle>
          <a:p>
            <a:pPr algn="l" marL="0" indent="0">
              <a:defRPr sz="1200" b="0">
                <a:solidFill>
                  <a:srgbClr val="766E65"/>
                </a:solidFill>
                <a:latin typeface="Manrope"/>
                <a:ea typeface="Manrope"/>
                <a:cs typeface="Manrope"/>
              </a:defRPr>
              <a:buNone/>
            </a:pPr>
            <a:r>
              <a:rPr sz="1200" b="0">
                <a:solidFill>
                  <a:srgbClr val="766E65"/>
                </a:solidFill>
                <a:latin typeface="Manrope"/>
                <a:ea typeface="Manrope"/>
                <a:cs typeface="Manrope"/>
              </a:rPr>
              <a:t>[SEÇÃO]</a:t>
            </a:r>
          </a:p>
        </p:txBody>
      </p:sp>
      <p:sp>
        <p:nvSpPr>
          <p:cNvPr id="7" name="LGH_PLACEHOLDER_title_0">
            <a:extLst>
              <a:ext uri="{FF2B5EF4-FFF2-40B4-BE49-F238E27FC236}">
                <ns2:creationId id="{111033CB-CDA2-4013-B124-0106F268EAA0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548640" y="704850"/>
            <a:ext cx="11094720" cy="1114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marL="0" indent="0">
              <a:buNone/>
            </a:lvl1pPr>
            <a:lvl2pPr marL="0" indent="0">
              <a:buNone/>
            </a:lvl2pPr>
            <a:lvl3pPr marL="0" indent="0">
              <a:buNone/>
            </a:lvl3pPr>
            <a:lvl4pPr marL="0" indent="0">
              <a:buNone/>
            </a:lvl4pPr>
            <a:lvl5pPr marL="0" indent="0">
              <a:buNone/>
            </a:lvl5pPr>
            <a:lvl6pPr marL="0" indent="0">
              <a:buNone/>
            </a:lvl6pPr>
            <a:lvl7pPr marL="0" indent="0">
              <a:buNone/>
            </a:lvl7pPr>
            <a:lvl8pPr marL="0" indent="0">
              <a:buNone/>
            </a:lvl8pPr>
            <a:lvl9pPr marL="0" indent="0">
              <a:buNone/>
            </a:lvl9pPr>
          </a:lstStyle>
          <a:p>
            <a:pPr algn="l" marL="0" indent="0">
              <a:defRPr sz="3300" b="0">
                <a:solidFill>
                  <a:srgbClr val="171513"/>
                </a:solidFill>
                <a:latin typeface="Space Grotesk SemiBold"/>
                <a:ea typeface="Space Grotesk SemiBold"/>
                <a:cs typeface="Space Grotesk SemiBold"/>
              </a:defRPr>
              <a:buNone/>
            </a:pPr>
            <a:r>
              <a:rPr sz="3300" b="0">
                <a:solidFill>
                  <a:srgbClr val="171513"/>
                </a:solidFill>
                <a:latin typeface="Space Grotesk SemiBold"/>
                <a:ea typeface="Space Grotesk SemiBold"/>
                <a:cs typeface="Space Grotesk SemiBold"/>
              </a:rPr>
              <a:t>[Título da apresentação</a:t>
            </a:r>
          </a:p>
          <a:p>
            <a:pPr algn="l" marL="0" indent="0">
              <a:defRPr sz="3300" b="0">
                <a:solidFill>
                  <a:srgbClr val="171513"/>
                </a:solidFill>
                <a:latin typeface="Space Grotesk SemiBold"/>
                <a:ea typeface="Space Grotesk SemiBold"/>
                <a:cs typeface="Space Grotesk SemiBold"/>
              </a:defRPr>
              <a:buNone/>
            </a:pPr>
            <a:r>
              <a:rPr sz="3300" b="0">
                <a:solidFill>
                  <a:srgbClr val="171513"/>
                </a:solidFill>
                <a:latin typeface="Space Grotesk SemiBold"/>
                <a:ea typeface="Space Grotesk SemiBold"/>
                <a:cs typeface="Space Grotesk SemiBold"/>
              </a:rPr>
              <a:t>em duas linhas]</a:t>
            </a:r>
          </a:p>
        </p:txBody>
      </p:sp>
      <p:sp>
        <p:nvSpPr>
          <p:cNvPr id="8" name="LGH_PLACEHOLDER_body_2">
            <a:extLst>
              <a:ext uri="{FF2B5EF4-FFF2-40B4-BE49-F238E27FC236}">
                <ns2:creationId id="{36503977-F2CF-484B-83D4-A927C8E4409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48640" y="2362200"/>
            <a:ext cx="11094720" cy="3429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marL="0" indent="0">
              <a:buNone/>
            </a:lvl1pPr>
            <a:lvl2pPr marL="0" indent="0">
              <a:buNone/>
            </a:lvl2pPr>
            <a:lvl3pPr marL="0" indent="0">
              <a:buNone/>
            </a:lvl3pPr>
            <a:lvl4pPr marL="0" indent="0">
              <a:buNone/>
            </a:lvl4pPr>
            <a:lvl5pPr marL="0" indent="0">
              <a:buNone/>
            </a:lvl5pPr>
            <a:lvl6pPr marL="0" indent="0">
              <a:buNone/>
            </a:lvl6pPr>
            <a:lvl7pPr marL="0" indent="0">
              <a:buNone/>
            </a:lvl7pPr>
            <a:lvl8pPr marL="0" indent="0">
              <a:buNone/>
            </a:lvl8pPr>
            <a:lvl9pPr marL="0" indent="0">
              <a:buNone/>
            </a:lvl9pPr>
          </a:lstStyle>
          <a:p>
            <a:pPr algn="l" marL="0" indent="0">
              <a:defRPr sz="2250" b="0">
                <a:solidFill>
                  <a:srgbClr val="171513"/>
                </a:solidFill>
                <a:latin typeface="Manrope"/>
                <a:ea typeface="Manrope"/>
                <a:cs typeface="Manrope"/>
              </a:defRPr>
              <a:buNone/>
            </a:pPr>
            <a:r>
              <a:rPr sz="2250" b="0">
                <a:solidFill>
                  <a:srgbClr val="171513"/>
                </a:solidFill>
                <a:latin typeface="Manrope"/>
                <a:ea typeface="Manrope"/>
                <a:cs typeface="Manrope"/>
              </a:rPr>
              <a:t>[Texto principal da apresentação. Explique o que precisa ser entendido neste slide.]</a:t>
            </a:r>
          </a:p>
          <a:p>
            <a:pPr marL="0" indent="0">
              <a:buNone/>
            </a:pPr>
            <a:r>
              <a:t/>
            </a:r>
          </a:p>
          <a:p>
            <a:pPr algn="l" marL="0" indent="0">
              <a:defRPr sz="2250" b="0">
                <a:solidFill>
                  <a:srgbClr val="171513"/>
                </a:solidFill>
                <a:latin typeface="Manrope"/>
                <a:ea typeface="Manrope"/>
                <a:cs typeface="Manrope"/>
              </a:defRPr>
              <a:buNone/>
            </a:pPr>
            <a:r>
              <a:rPr sz="2250" b="0">
                <a:solidFill>
                  <a:srgbClr val="171513"/>
                </a:solidFill>
                <a:latin typeface="Manrope"/>
                <a:ea typeface="Manrope"/>
                <a:cs typeface="Manrope"/>
              </a:rPr>
              <a:t>[Informação complementar ou próximo passo.]</a:t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ns2="http://schemas.microsoft.com/office/drawing/2014/main" xmlns:ns3="http://schemas.openxmlformats.org/officeDocument/2006/relationships" xmlns:p="http://schemas.openxmlformats.org/presentationml/2006/main">
  <p:cSld name="06 · Duas colunas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" name="LGH_STATIC_Canto herdado da grade Aotta">
            <a:extLst>
              <a:ext uri="{FF2B5EF4-FFF2-40B4-BE49-F238E27FC236}">
                <ns2:creationId id="{57D3C6F5-E433-45DC-8F61-CBE2AAF90B2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14450" cy="95250"/>
          </a:xfrm>
          <a:prstGeom prst="rect">
            <a:avLst/>
          </a:prstGeom>
          <a:solidFill>
            <a:srgbClr val="FA6404"/>
          </a:solidFill>
          <a:ln w="0">
            <a:noFill/>
          </a:ln>
        </p:spPr>
      </p:sp>
      <p:sp>
        <p:nvSpPr>
          <p:cNvPr id="3" name="LGH_STATIC_Margem de abertura">
            <a:extLst>
              <a:ext uri="{FF2B5EF4-FFF2-40B4-BE49-F238E27FC236}">
                <ns2:creationId id="{90B48E99-9B51-488E-97F4-279B87750D5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1314450"/>
          </a:xfrm>
          <a:prstGeom prst="rect">
            <a:avLst/>
          </a:prstGeom>
          <a:solidFill>
            <a:srgbClr val="FA6404"/>
          </a:solidFill>
          <a:ln w="0">
            <a:noFill/>
          </a:ln>
        </p:spPr>
      </p:sp>
      <p:pic>
        <p:nvPicPr>
          <p:cNvPr id="4" name=""/>
          <p:cNvPicPr>
            <a:picLocks noChangeAspect="1"/>
          </p:cNvPicPr>
          <p:nvPr/>
        </p:nvPicPr>
        <p:blipFill>
          <a:blip ns3:embed="R56757d1668194697"/>
          <a:stretch/>
        </p:blipFill>
        <p:spPr>
          <a:xfrm>
            <a:off x="548640" y="6438900"/>
            <a:ext cx="1657350" cy="249558"/>
          </a:xfrm>
          <a:prstGeom prst="rect">
            <a:avLst/>
          </a:prstGeom>
        </p:spPr>
      </p:pic>
      <p:sp>
        <p:nvSpPr>
          <p:cNvPr id="5" name="LGH_PLACEHOLDER_body_90">
            <a:extLst>
              <a:ext uri="{FF2B5EF4-FFF2-40B4-BE49-F238E27FC236}">
                <ns2:creationId id="{61A14A5D-E39F-40A4-BED8-0508E00FFB25}"/>
              </a:ext>
            </a:extLst>
          </p:cNvPr>
          <p:cNvSpPr>
            <a:spLocks noGrp="1"/>
          </p:cNvSpPr>
          <p:nvPr>
            <p:ph type="body" idx="90"/>
          </p:nvPr>
        </p:nvSpPr>
        <p:spPr>
          <a:xfrm>
            <a:off x="2428875" y="6448425"/>
            <a:ext cx="6858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marL="0" indent="0">
              <a:buNone/>
            </a:lvl1pPr>
            <a:lvl2pPr marL="0" indent="0">
              <a:buNone/>
            </a:lvl2pPr>
            <a:lvl3pPr marL="0" indent="0">
              <a:buNone/>
            </a:lvl3pPr>
            <a:lvl4pPr marL="0" indent="0">
              <a:buNone/>
            </a:lvl4pPr>
            <a:lvl5pPr marL="0" indent="0">
              <a:buNone/>
            </a:lvl5pPr>
            <a:lvl6pPr marL="0" indent="0">
              <a:buNone/>
            </a:lvl6pPr>
            <a:lvl7pPr marL="0" indent="0">
              <a:buNone/>
            </a:lvl7pPr>
            <a:lvl8pPr marL="0" indent="0">
              <a:buNone/>
            </a:lvl8pPr>
            <a:lvl9pPr marL="0" indent="0">
              <a:buNone/>
            </a:lvl9pPr>
          </a:lstStyle>
          <a:p>
            <a:pPr algn="l" marL="0" indent="0">
              <a:defRPr sz="1050" b="0">
                <a:solidFill>
                  <a:srgbClr val="66615B"/>
                </a:solidFill>
                <a:latin typeface="Manrope"/>
                <a:ea typeface="Manrope"/>
                <a:cs typeface="Manrope"/>
              </a:defRPr>
              <a:buNone/>
            </a:pPr>
            <a:r>
              <a:rPr sz="1050" b="0">
                <a:solidFill>
                  <a:srgbClr val="66615B"/>
                </a:solidFill>
                <a:latin typeface="Manrope"/>
                <a:ea typeface="Manrope"/>
                <a:cs typeface="Manrope"/>
              </a:rPr>
              <a:t>[Cliente]  /  [Projeto]</a:t>
            </a:r>
          </a:p>
        </p:txBody>
      </p:sp>
      <p:sp>
        <p:nvSpPr>
          <p:cNvPr id="6" name="LGH_PLACEHOLDER_subtitle_1">
            <a:extLst>
              <a:ext uri="{FF2B5EF4-FFF2-40B4-BE49-F238E27FC236}">
                <ns2:creationId id="{1EF79DDE-8DA9-4FB2-A20F-990CF75605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" y="371475"/>
            <a:ext cx="1109472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marL="0" indent="0">
              <a:buNone/>
            </a:lvl1pPr>
            <a:lvl2pPr marL="0" indent="0">
              <a:buNone/>
            </a:lvl2pPr>
            <a:lvl3pPr marL="0" indent="0">
              <a:buNone/>
            </a:lvl3pPr>
            <a:lvl4pPr marL="0" indent="0">
              <a:buNone/>
            </a:lvl4pPr>
            <a:lvl5pPr marL="0" indent="0">
              <a:buNone/>
            </a:lvl5pPr>
            <a:lvl6pPr marL="0" indent="0">
              <a:buNone/>
            </a:lvl6pPr>
            <a:lvl7pPr marL="0" indent="0">
              <a:buNone/>
            </a:lvl7pPr>
            <a:lvl8pPr marL="0" indent="0">
              <a:buNone/>
            </a:lvl8pPr>
            <a:lvl9pPr marL="0" indent="0">
              <a:buNone/>
            </a:lvl9pPr>
          </a:lstStyle>
          <a:p>
            <a:pPr algn="l" marL="0" indent="0">
              <a:defRPr sz="1200" b="0">
                <a:solidFill>
                  <a:srgbClr val="766E65"/>
                </a:solidFill>
                <a:latin typeface="Manrope"/>
                <a:ea typeface="Manrope"/>
                <a:cs typeface="Manrope"/>
              </a:defRPr>
              <a:buNone/>
            </a:pPr>
            <a:r>
              <a:rPr sz="1200" b="0">
                <a:solidFill>
                  <a:srgbClr val="766E65"/>
                </a:solidFill>
                <a:latin typeface="Manrope"/>
                <a:ea typeface="Manrope"/>
                <a:cs typeface="Manrope"/>
              </a:rPr>
              <a:t>[SEÇÃO]</a:t>
            </a:r>
          </a:p>
        </p:txBody>
      </p:sp>
      <p:sp>
        <p:nvSpPr>
          <p:cNvPr id="7" name="LGH_PLACEHOLDER_title_0">
            <a:extLst>
              <a:ext uri="{FF2B5EF4-FFF2-40B4-BE49-F238E27FC236}">
                <ns2:creationId id="{C5BD7505-297A-4406-A0D4-38F87A70B06C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548640" y="704850"/>
            <a:ext cx="1109472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marL="0" indent="0">
              <a:buNone/>
            </a:lvl1pPr>
            <a:lvl2pPr marL="0" indent="0">
              <a:buNone/>
            </a:lvl2pPr>
            <a:lvl3pPr marL="0" indent="0">
              <a:buNone/>
            </a:lvl3pPr>
            <a:lvl4pPr marL="0" indent="0">
              <a:buNone/>
            </a:lvl4pPr>
            <a:lvl5pPr marL="0" indent="0">
              <a:buNone/>
            </a:lvl5pPr>
            <a:lvl6pPr marL="0" indent="0">
              <a:buNone/>
            </a:lvl6pPr>
            <a:lvl7pPr marL="0" indent="0">
              <a:buNone/>
            </a:lvl7pPr>
            <a:lvl8pPr marL="0" indent="0">
              <a:buNone/>
            </a:lvl8pPr>
            <a:lvl9pPr marL="0" indent="0">
              <a:buNone/>
            </a:lvl9pPr>
          </a:lstStyle>
          <a:p>
            <a:pPr algn="l" marL="0" indent="0">
              <a:defRPr sz="3300" b="0">
                <a:solidFill>
                  <a:srgbClr val="171513"/>
                </a:solidFill>
                <a:latin typeface="Space Grotesk SemiBold"/>
                <a:ea typeface="Space Grotesk SemiBold"/>
                <a:cs typeface="Space Grotesk SemiBold"/>
              </a:defRPr>
              <a:buNone/>
            </a:pPr>
            <a:r>
              <a:rPr sz="3300" b="0">
                <a:solidFill>
                  <a:srgbClr val="171513"/>
                </a:solidFill>
                <a:latin typeface="Space Grotesk SemiBold"/>
                <a:ea typeface="Space Grotesk SemiBold"/>
                <a:cs typeface="Space Grotesk SemiBold"/>
              </a:rPr>
              <a:t>[Título de uma linha]</a:t>
            </a:r>
          </a:p>
        </p:txBody>
      </p:sp>
      <p:sp>
        <p:nvSpPr>
          <p:cNvPr id="8" name="LGH_PLACEHOLDER_body_2">
            <a:extLst>
              <a:ext uri="{FF2B5EF4-FFF2-40B4-BE49-F238E27FC236}">
                <ns2:creationId id="{F7941A9C-4E69-43C3-B073-14D9B51B6E3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48640" y="2047875"/>
            <a:ext cx="5305425" cy="3638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marL="0" indent="0">
              <a:buNone/>
            </a:lvl1pPr>
            <a:lvl2pPr marL="0" indent="0">
              <a:buNone/>
            </a:lvl2pPr>
            <a:lvl3pPr marL="0" indent="0">
              <a:buNone/>
            </a:lvl3pPr>
            <a:lvl4pPr marL="0" indent="0">
              <a:buNone/>
            </a:lvl4pPr>
            <a:lvl5pPr marL="0" indent="0">
              <a:buNone/>
            </a:lvl5pPr>
            <a:lvl6pPr marL="0" indent="0">
              <a:buNone/>
            </a:lvl6pPr>
            <a:lvl7pPr marL="0" indent="0">
              <a:buNone/>
            </a:lvl7pPr>
            <a:lvl8pPr marL="0" indent="0">
              <a:buNone/>
            </a:lvl8pPr>
            <a:lvl9pPr marL="0" indent="0">
              <a:buNone/>
            </a:lvl9pPr>
          </a:lstStyle>
          <a:p>
            <a:pPr algn="l" marL="0" indent="0">
              <a:defRPr sz="2100" b="0">
                <a:solidFill>
                  <a:srgbClr val="171513"/>
                </a:solidFill>
                <a:latin typeface="Manrope"/>
                <a:ea typeface="Manrope"/>
                <a:cs typeface="Manrope"/>
              </a:defRPr>
              <a:buNone/>
            </a:pPr>
            <a:r>
              <a:rPr sz="2100" b="0">
                <a:solidFill>
                  <a:srgbClr val="171513"/>
                </a:solidFill>
                <a:latin typeface="Manrope"/>
                <a:ea typeface="Manrope"/>
                <a:cs typeface="Manrope"/>
              </a:rPr>
              <a:t>[Primeiro assunto]</a:t>
            </a:r>
          </a:p>
          <a:p>
            <a:pPr marL="0" indent="0">
              <a:buNone/>
            </a:pPr>
            <a:r>
              <a:t/>
            </a:r>
          </a:p>
          <a:p>
            <a:pPr algn="l" marL="0" indent="0">
              <a:defRPr sz="2100" b="0">
                <a:solidFill>
                  <a:srgbClr val="171513"/>
                </a:solidFill>
                <a:latin typeface="Manrope"/>
                <a:ea typeface="Manrope"/>
                <a:cs typeface="Manrope"/>
              </a:defRPr>
              <a:buNone/>
            </a:pPr>
            <a:r>
              <a:rPr sz="2100" b="0">
                <a:solidFill>
                  <a:srgbClr val="171513"/>
                </a:solidFill>
                <a:latin typeface="Manrope"/>
                <a:ea typeface="Manrope"/>
                <a:cs typeface="Manrope"/>
              </a:rPr>
              <a:t>[Descreva o primeiro ponto em um parágrafo curto.]</a:t>
            </a:r>
          </a:p>
        </p:txBody>
      </p:sp>
      <p:sp>
        <p:nvSpPr>
          <p:cNvPr id="9" name="LGH_PLACEHOLDER_body_3">
            <a:extLst>
              <a:ext uri="{FF2B5EF4-FFF2-40B4-BE49-F238E27FC236}">
                <ns2:creationId id="{06155621-B276-4DF2-A049-8327175B417F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337935" y="2047875"/>
            <a:ext cx="5305425" cy="3638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marL="0" indent="0">
              <a:buNone/>
            </a:lvl1pPr>
            <a:lvl2pPr marL="0" indent="0">
              <a:buNone/>
            </a:lvl2pPr>
            <a:lvl3pPr marL="0" indent="0">
              <a:buNone/>
            </a:lvl3pPr>
            <a:lvl4pPr marL="0" indent="0">
              <a:buNone/>
            </a:lvl4pPr>
            <a:lvl5pPr marL="0" indent="0">
              <a:buNone/>
            </a:lvl5pPr>
            <a:lvl6pPr marL="0" indent="0">
              <a:buNone/>
            </a:lvl6pPr>
            <a:lvl7pPr marL="0" indent="0">
              <a:buNone/>
            </a:lvl7pPr>
            <a:lvl8pPr marL="0" indent="0">
              <a:buNone/>
            </a:lvl8pPr>
            <a:lvl9pPr marL="0" indent="0">
              <a:buNone/>
            </a:lvl9pPr>
          </a:lstStyle>
          <a:p>
            <a:pPr algn="l" marL="0" indent="0">
              <a:defRPr sz="2100" b="0">
                <a:solidFill>
                  <a:srgbClr val="171513"/>
                </a:solidFill>
                <a:latin typeface="Manrope"/>
                <a:ea typeface="Manrope"/>
                <a:cs typeface="Manrope"/>
              </a:defRPr>
              <a:buNone/>
            </a:pPr>
            <a:r>
              <a:rPr sz="2100" b="0">
                <a:solidFill>
                  <a:srgbClr val="171513"/>
                </a:solidFill>
                <a:latin typeface="Manrope"/>
                <a:ea typeface="Manrope"/>
                <a:cs typeface="Manrope"/>
              </a:rPr>
              <a:t>[Segundo assunto]</a:t>
            </a:r>
          </a:p>
          <a:p>
            <a:pPr marL="0" indent="0">
              <a:buNone/>
            </a:pPr>
            <a:r>
              <a:t/>
            </a:r>
          </a:p>
          <a:p>
            <a:pPr algn="l" marL="0" indent="0">
              <a:defRPr sz="2100" b="0">
                <a:solidFill>
                  <a:srgbClr val="171513"/>
                </a:solidFill>
                <a:latin typeface="Manrope"/>
                <a:ea typeface="Manrope"/>
                <a:cs typeface="Manrope"/>
              </a:defRPr>
              <a:buNone/>
            </a:pPr>
            <a:r>
              <a:rPr sz="2100" b="0">
                <a:solidFill>
                  <a:srgbClr val="171513"/>
                </a:solidFill>
                <a:latin typeface="Manrope"/>
                <a:ea typeface="Manrope"/>
                <a:cs typeface="Manrope"/>
              </a:rPr>
              <a:t>[Descreva o segundo ponto com o mesmo nível de detalhe.]</a:t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ns2="http://schemas.microsoft.com/office/drawing/2014/main" xmlns:ns3="http://schemas.openxmlformats.org/officeDocument/2006/relationships" xmlns:p="http://schemas.openxmlformats.org/presentationml/2006/main">
  <p:cSld name="07 · Imagem e texto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" name="LGH_STATIC_Canto herdado da grade Aotta">
            <a:extLst>
              <a:ext uri="{FF2B5EF4-FFF2-40B4-BE49-F238E27FC236}">
                <ns2:creationId id="{93E51635-13AF-4B19-BB2A-38359AE27B3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14450" cy="95250"/>
          </a:xfrm>
          <a:prstGeom prst="rect">
            <a:avLst/>
          </a:prstGeom>
          <a:solidFill>
            <a:srgbClr val="FA6404"/>
          </a:solidFill>
          <a:ln w="0">
            <a:noFill/>
          </a:ln>
        </p:spPr>
      </p:sp>
      <p:sp>
        <p:nvSpPr>
          <p:cNvPr id="3" name="LGH_STATIC_Margem de abertura">
            <a:extLst>
              <a:ext uri="{FF2B5EF4-FFF2-40B4-BE49-F238E27FC236}">
                <ns2:creationId id="{419B9271-9B56-47BE-AE8D-0F445E3C63F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1314450"/>
          </a:xfrm>
          <a:prstGeom prst="rect">
            <a:avLst/>
          </a:prstGeom>
          <a:solidFill>
            <a:srgbClr val="FA6404"/>
          </a:solidFill>
          <a:ln w="0">
            <a:noFill/>
          </a:ln>
        </p:spPr>
      </p:sp>
      <p:pic>
        <p:nvPicPr>
          <p:cNvPr id="4" name=""/>
          <p:cNvPicPr>
            <a:picLocks noChangeAspect="1"/>
          </p:cNvPicPr>
          <p:nvPr/>
        </p:nvPicPr>
        <p:blipFill>
          <a:blip ns3:embed="Rd8e00112ba6b4a5a"/>
          <a:stretch/>
        </p:blipFill>
        <p:spPr>
          <a:xfrm>
            <a:off x="548640" y="6438900"/>
            <a:ext cx="1657350" cy="249558"/>
          </a:xfrm>
          <a:prstGeom prst="rect">
            <a:avLst/>
          </a:prstGeom>
        </p:spPr>
      </p:pic>
      <p:sp>
        <p:nvSpPr>
          <p:cNvPr id="5" name="LGH_STATIC_Fundo de imagem">
            <a:extLst>
              <a:ext uri="{FF2B5EF4-FFF2-40B4-BE49-F238E27FC236}">
                <ns2:creationId id="{A8126792-88D5-4175-AF75-560777DA6020}"/>
              </a:ext>
            </a:extLst>
          </p:cNvPr>
          <p:cNvSpPr>
            <a:spLocks noGrp="1"/>
          </p:cNvSpPr>
          <p:nvPr/>
        </p:nvSpPr>
        <p:spPr>
          <a:xfrm>
            <a:off x="548640" y="2047875"/>
            <a:ext cx="5486400" cy="3810000"/>
          </a:xfrm>
          <a:prstGeom prst="rect">
            <a:avLst/>
          </a:prstGeom>
          <a:solidFill>
            <a:srgbClr val="E3DDD5"/>
          </a:solidFill>
          <a:ln w="0">
            <a:noFill/>
          </a:ln>
        </p:spPr>
      </p:sp>
      <p:sp>
        <p:nvSpPr>
          <p:cNvPr id="6" name="LGH_PLACEHOLDER_body_90">
            <a:extLst>
              <a:ext uri="{FF2B5EF4-FFF2-40B4-BE49-F238E27FC236}">
                <ns2:creationId id="{534B1B98-4EB9-4A7F-B263-0CDBC91D6DDC}"/>
              </a:ext>
            </a:extLst>
          </p:cNvPr>
          <p:cNvSpPr>
            <a:spLocks noGrp="1"/>
          </p:cNvSpPr>
          <p:nvPr>
            <p:ph type="body" idx="90"/>
          </p:nvPr>
        </p:nvSpPr>
        <p:spPr>
          <a:xfrm>
            <a:off x="2428875" y="6448425"/>
            <a:ext cx="6858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marL="0" indent="0">
              <a:buNone/>
            </a:lvl1pPr>
            <a:lvl2pPr marL="0" indent="0">
              <a:buNone/>
            </a:lvl2pPr>
            <a:lvl3pPr marL="0" indent="0">
              <a:buNone/>
            </a:lvl3pPr>
            <a:lvl4pPr marL="0" indent="0">
              <a:buNone/>
            </a:lvl4pPr>
            <a:lvl5pPr marL="0" indent="0">
              <a:buNone/>
            </a:lvl5pPr>
            <a:lvl6pPr marL="0" indent="0">
              <a:buNone/>
            </a:lvl6pPr>
            <a:lvl7pPr marL="0" indent="0">
              <a:buNone/>
            </a:lvl7pPr>
            <a:lvl8pPr marL="0" indent="0">
              <a:buNone/>
            </a:lvl8pPr>
            <a:lvl9pPr marL="0" indent="0">
              <a:buNone/>
            </a:lvl9pPr>
          </a:lstStyle>
          <a:p>
            <a:pPr algn="l" marL="0" indent="0">
              <a:defRPr sz="1050" b="0">
                <a:solidFill>
                  <a:srgbClr val="66615B"/>
                </a:solidFill>
                <a:latin typeface="Manrope"/>
                <a:ea typeface="Manrope"/>
                <a:cs typeface="Manrope"/>
              </a:defRPr>
              <a:buNone/>
            </a:pPr>
            <a:r>
              <a:rPr sz="1050" b="0">
                <a:solidFill>
                  <a:srgbClr val="66615B"/>
                </a:solidFill>
                <a:latin typeface="Manrope"/>
                <a:ea typeface="Manrope"/>
                <a:cs typeface="Manrope"/>
              </a:rPr>
              <a:t>[Cliente]  /  [Projeto]</a:t>
            </a:r>
          </a:p>
        </p:txBody>
      </p:sp>
      <p:sp>
        <p:nvSpPr>
          <p:cNvPr id="7" name="LGH_PLACEHOLDER_subtitle_1">
            <a:extLst>
              <a:ext uri="{FF2B5EF4-FFF2-40B4-BE49-F238E27FC236}">
                <ns2:creationId id="{76D6DF95-83B9-4523-8869-32AF65BF7F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" y="371475"/>
            <a:ext cx="1109472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marL="0" indent="0">
              <a:buNone/>
            </a:lvl1pPr>
            <a:lvl2pPr marL="0" indent="0">
              <a:buNone/>
            </a:lvl2pPr>
            <a:lvl3pPr marL="0" indent="0">
              <a:buNone/>
            </a:lvl3pPr>
            <a:lvl4pPr marL="0" indent="0">
              <a:buNone/>
            </a:lvl4pPr>
            <a:lvl5pPr marL="0" indent="0">
              <a:buNone/>
            </a:lvl5pPr>
            <a:lvl6pPr marL="0" indent="0">
              <a:buNone/>
            </a:lvl6pPr>
            <a:lvl7pPr marL="0" indent="0">
              <a:buNone/>
            </a:lvl7pPr>
            <a:lvl8pPr marL="0" indent="0">
              <a:buNone/>
            </a:lvl8pPr>
            <a:lvl9pPr marL="0" indent="0">
              <a:buNone/>
            </a:lvl9pPr>
          </a:lstStyle>
          <a:p>
            <a:pPr algn="l" marL="0" indent="0">
              <a:defRPr sz="1200" b="0">
                <a:solidFill>
                  <a:srgbClr val="766E65"/>
                </a:solidFill>
                <a:latin typeface="Manrope"/>
                <a:ea typeface="Manrope"/>
                <a:cs typeface="Manrope"/>
              </a:defRPr>
              <a:buNone/>
            </a:pPr>
            <a:r>
              <a:rPr sz="1200" b="0">
                <a:solidFill>
                  <a:srgbClr val="766E65"/>
                </a:solidFill>
                <a:latin typeface="Manrope"/>
                <a:ea typeface="Manrope"/>
                <a:cs typeface="Manrope"/>
              </a:rPr>
              <a:t>[SEÇÃO]</a:t>
            </a:r>
          </a:p>
        </p:txBody>
      </p:sp>
      <p:sp>
        <p:nvSpPr>
          <p:cNvPr id="8" name="LGH_PLACEHOLDER_title_0">
            <a:extLst>
              <a:ext uri="{FF2B5EF4-FFF2-40B4-BE49-F238E27FC236}">
                <ns2:creationId id="{1DE2FFB0-3C59-4F4C-A249-CB204139FB0F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548640" y="704850"/>
            <a:ext cx="1109472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marL="0" indent="0">
              <a:buNone/>
            </a:lvl1pPr>
            <a:lvl2pPr marL="0" indent="0">
              <a:buNone/>
            </a:lvl2pPr>
            <a:lvl3pPr marL="0" indent="0">
              <a:buNone/>
            </a:lvl3pPr>
            <a:lvl4pPr marL="0" indent="0">
              <a:buNone/>
            </a:lvl4pPr>
            <a:lvl5pPr marL="0" indent="0">
              <a:buNone/>
            </a:lvl5pPr>
            <a:lvl6pPr marL="0" indent="0">
              <a:buNone/>
            </a:lvl6pPr>
            <a:lvl7pPr marL="0" indent="0">
              <a:buNone/>
            </a:lvl7pPr>
            <a:lvl8pPr marL="0" indent="0">
              <a:buNone/>
            </a:lvl8pPr>
            <a:lvl9pPr marL="0" indent="0">
              <a:buNone/>
            </a:lvl9pPr>
          </a:lstStyle>
          <a:p>
            <a:pPr algn="l" marL="0" indent="0">
              <a:defRPr sz="3300" b="0">
                <a:solidFill>
                  <a:srgbClr val="171513"/>
                </a:solidFill>
                <a:latin typeface="Space Grotesk SemiBold"/>
                <a:ea typeface="Space Grotesk SemiBold"/>
                <a:cs typeface="Space Grotesk SemiBold"/>
              </a:defRPr>
              <a:buNone/>
            </a:pPr>
            <a:r>
              <a:rPr sz="3300" b="0">
                <a:solidFill>
                  <a:srgbClr val="171513"/>
                </a:solidFill>
                <a:latin typeface="Space Grotesk SemiBold"/>
                <a:ea typeface="Space Grotesk SemiBold"/>
                <a:cs typeface="Space Grotesk SemiBold"/>
              </a:rPr>
              <a:t>[Título do projeto]</a:t>
            </a:r>
          </a:p>
        </p:txBody>
      </p:sp>
      <p:sp>
        <p:nvSpPr>
          <p:cNvPr id="9" name="LGH_PLACEHOLDER_picture_4">
            <a:extLst>
              <a:ext uri="{FF2B5EF4-FFF2-40B4-BE49-F238E27FC236}">
                <ns2:creationId id="{321B6740-79A5-4DC3-9D0A-F377BB0CF107}"/>
              </a:ext>
            </a:extLst>
          </p:cNvPr>
          <p:cNvSpPr>
            <a:spLocks noGrp="1"/>
          </p:cNvSpPr>
          <p:nvPr>
            <p:ph type="pic" idx="4"/>
          </p:nvPr>
        </p:nvSpPr>
        <p:spPr>
          <a:xfrm>
            <a:off x="548640" y="2047875"/>
            <a:ext cx="5486400" cy="381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marL="0" indent="0">
              <a:buNone/>
            </a:lvl1pPr>
            <a:lvl2pPr marL="0" indent="0">
              <a:buNone/>
            </a:lvl2pPr>
            <a:lvl3pPr marL="0" indent="0">
              <a:buNone/>
            </a:lvl3pPr>
            <a:lvl4pPr marL="0" indent="0">
              <a:buNone/>
            </a:lvl4pPr>
            <a:lvl5pPr marL="0" indent="0">
              <a:buNone/>
            </a:lvl5pPr>
            <a:lvl6pPr marL="0" indent="0">
              <a:buNone/>
            </a:lvl6pPr>
            <a:lvl7pPr marL="0" indent="0">
              <a:buNone/>
            </a:lvl7pPr>
            <a:lvl8pPr marL="0" indent="0">
              <a:buNone/>
            </a:lvl8pPr>
            <a:lvl9pPr marL="0" indent="0">
              <a:buNone/>
            </a:lvl9pPr>
          </a:lstStyle>
          <a:p>
            <a:pPr marL="0" indent="0">
              <a:buNone/>
            </a:pPr>
            <a:r>
              <a:t/>
            </a:r>
          </a:p>
        </p:txBody>
      </p:sp>
      <p:sp>
        <p:nvSpPr>
          <p:cNvPr id="10" name="LGH_PLACEHOLDER_body_2">
            <a:extLst>
              <a:ext uri="{FF2B5EF4-FFF2-40B4-BE49-F238E27FC236}">
                <ns2:creationId id="{96742FEF-997C-4C4D-9F8C-B0D64BEDCFD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00800" y="2047875"/>
            <a:ext cx="5238750" cy="3638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marL="0" indent="0">
              <a:buNone/>
            </a:lvl1pPr>
            <a:lvl2pPr marL="0" indent="0">
              <a:buNone/>
            </a:lvl2pPr>
            <a:lvl3pPr marL="0" indent="0">
              <a:buNone/>
            </a:lvl3pPr>
            <a:lvl4pPr marL="0" indent="0">
              <a:buNone/>
            </a:lvl4pPr>
            <a:lvl5pPr marL="0" indent="0">
              <a:buNone/>
            </a:lvl5pPr>
            <a:lvl6pPr marL="0" indent="0">
              <a:buNone/>
            </a:lvl6pPr>
            <a:lvl7pPr marL="0" indent="0">
              <a:buNone/>
            </a:lvl7pPr>
            <a:lvl8pPr marL="0" indent="0">
              <a:buNone/>
            </a:lvl8pPr>
            <a:lvl9pPr marL="0" indent="0">
              <a:buNone/>
            </a:lvl9pPr>
          </a:lstStyle>
          <a:p>
            <a:pPr algn="l" marL="0" indent="0">
              <a:defRPr sz="2100" b="0">
                <a:solidFill>
                  <a:srgbClr val="171513"/>
                </a:solidFill>
                <a:latin typeface="Manrope"/>
                <a:ea typeface="Manrope"/>
                <a:cs typeface="Manrope"/>
              </a:defRPr>
              <a:buNone/>
            </a:pPr>
            <a:r>
              <a:rPr sz="2100" b="0">
                <a:solidFill>
                  <a:srgbClr val="171513"/>
                </a:solidFill>
                <a:latin typeface="Manrope"/>
                <a:ea typeface="Manrope"/>
                <a:cs typeface="Manrope"/>
              </a:rPr>
              <a:t>[Sobre o projeto]</a:t>
            </a:r>
          </a:p>
          <a:p>
            <a:pPr marL="0" indent="0">
              <a:buNone/>
            </a:pPr>
            <a:r>
              <a:t/>
            </a:r>
          </a:p>
          <a:p>
            <a:pPr algn="l" marL="0" indent="0">
              <a:defRPr sz="2100" b="0">
                <a:solidFill>
                  <a:srgbClr val="171513"/>
                </a:solidFill>
                <a:latin typeface="Manrope"/>
                <a:ea typeface="Manrope"/>
                <a:cs typeface="Manrope"/>
              </a:defRPr>
              <a:buNone/>
            </a:pPr>
            <a:r>
              <a:rPr sz="2100" b="0">
                <a:solidFill>
                  <a:srgbClr val="171513"/>
                </a:solidFill>
                <a:latin typeface="Manrope"/>
                <a:ea typeface="Manrope"/>
                <a:cs typeface="Manrope"/>
              </a:rPr>
              <a:t>[Contexto, escolha de linguagem ou informação que acompanha a imagem.]</a:t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ns2="http://schemas.microsoft.com/office/drawing/2014/main" xmlns:p="http://schemas.openxmlformats.org/presentationml/2006/main">
  <p:cSld name="08 · Imagem com legenda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" name="LGH_STATIC_Fundo de imagem">
            <a:extLst>
              <a:ext uri="{FF2B5EF4-FFF2-40B4-BE49-F238E27FC236}">
                <ns2:creationId id="{4610A2D1-9EC5-4F80-B1CF-EF73DF16A38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4895850"/>
          </a:xfrm>
          <a:prstGeom prst="rect">
            <a:avLst/>
          </a:prstGeom>
          <a:solidFill>
            <a:srgbClr val="E3DDD5"/>
          </a:solidFill>
          <a:ln w="0">
            <a:noFill/>
          </a:ln>
        </p:spPr>
      </p:sp>
      <p:sp>
        <p:nvSpPr>
          <p:cNvPr id="3" name="LGH_STATIC_Faixa de legenda">
            <a:extLst>
              <a:ext uri="{FF2B5EF4-FFF2-40B4-BE49-F238E27FC236}">
                <ns2:creationId id="{0572CFEB-0DC2-46A1-94D3-75EED5D90133}"/>
              </a:ext>
            </a:extLst>
          </p:cNvPr>
          <p:cNvSpPr>
            <a:spLocks noGrp="1"/>
          </p:cNvSpPr>
          <p:nvPr/>
        </p:nvSpPr>
        <p:spPr>
          <a:xfrm>
            <a:off x="0" y="4895850"/>
            <a:ext cx="12192000" cy="1962150"/>
          </a:xfrm>
          <a:prstGeom prst="rect">
            <a:avLst/>
          </a:prstGeom>
          <a:solidFill>
            <a:srgbClr val="171513"/>
          </a:solidFill>
          <a:ln w="0">
            <a:noFill/>
          </a:ln>
        </p:spPr>
      </p:sp>
      <p:sp>
        <p:nvSpPr>
          <p:cNvPr id="4" name="LGH_PLACEHOLDER_picture_4">
            <a:extLst>
              <a:ext uri="{FF2B5EF4-FFF2-40B4-BE49-F238E27FC236}">
                <ns2:creationId id="{7F35C48D-EA6C-4263-BB18-9AB9ECB5C7A2}"/>
              </a:ext>
            </a:extLst>
          </p:cNvPr>
          <p:cNvSpPr>
            <a:spLocks noGrp="1"/>
          </p:cNvSpPr>
          <p:nvPr>
            <p:ph type="pic" idx="4"/>
          </p:nvPr>
        </p:nvSpPr>
        <p:spPr>
          <a:xfrm>
            <a:off x="0" y="0"/>
            <a:ext cx="12192000" cy="4895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marL="0" indent="0">
              <a:buNone/>
            </a:lvl1pPr>
            <a:lvl2pPr marL="0" indent="0">
              <a:buNone/>
            </a:lvl2pPr>
            <a:lvl3pPr marL="0" indent="0">
              <a:buNone/>
            </a:lvl3pPr>
            <a:lvl4pPr marL="0" indent="0">
              <a:buNone/>
            </a:lvl4pPr>
            <a:lvl5pPr marL="0" indent="0">
              <a:buNone/>
            </a:lvl5pPr>
            <a:lvl6pPr marL="0" indent="0">
              <a:buNone/>
            </a:lvl6pPr>
            <a:lvl7pPr marL="0" indent="0">
              <a:buNone/>
            </a:lvl7pPr>
            <a:lvl8pPr marL="0" indent="0">
              <a:buNone/>
            </a:lvl8pPr>
            <a:lvl9pPr marL="0" indent="0">
              <a:buNone/>
            </a:lvl9pPr>
          </a:lstStyle>
          <a:p>
            <a:pPr marL="0" indent="0">
              <a:buNone/>
            </a:pPr>
            <a:r>
              <a:t/>
            </a:r>
          </a:p>
        </p:txBody>
      </p:sp>
      <p:sp>
        <p:nvSpPr>
          <p:cNvPr id="5" name="LGH_PLACEHOLDER_title_0">
            <a:extLst>
              <a:ext uri="{FF2B5EF4-FFF2-40B4-BE49-F238E27FC236}">
                <ns2:creationId id="{BCD85064-0535-4C1B-83AA-7FB0B1DF3439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548640" y="5219700"/>
            <a:ext cx="1109472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marL="0" indent="0">
              <a:buNone/>
            </a:lvl1pPr>
            <a:lvl2pPr marL="0" indent="0">
              <a:buNone/>
            </a:lvl2pPr>
            <a:lvl3pPr marL="0" indent="0">
              <a:buNone/>
            </a:lvl3pPr>
            <a:lvl4pPr marL="0" indent="0">
              <a:buNone/>
            </a:lvl4pPr>
            <a:lvl5pPr marL="0" indent="0">
              <a:buNone/>
            </a:lvl5pPr>
            <a:lvl6pPr marL="0" indent="0">
              <a:buNone/>
            </a:lvl6pPr>
            <a:lvl7pPr marL="0" indent="0">
              <a:buNone/>
            </a:lvl7pPr>
            <a:lvl8pPr marL="0" indent="0">
              <a:buNone/>
            </a:lvl8pPr>
            <a:lvl9pPr marL="0" indent="0">
              <a:buNone/>
            </a:lvl9pPr>
          </a:lstStyle>
          <a:p>
            <a:pPr algn="l" marL="0" indent="0">
              <a:defRPr sz="3150" b="0">
                <a:solidFill>
                  <a:srgbClr val="F5F2ED"/>
                </a:solidFill>
                <a:latin typeface="Space Grotesk SemiBold"/>
                <a:ea typeface="Space Grotesk SemiBold"/>
                <a:cs typeface="Space Grotesk SemiBold"/>
              </a:defRPr>
              <a:buNone/>
            </a:pPr>
            <a:r>
              <a:rPr sz="3150" b="0">
                <a:solidFill>
                  <a:srgbClr val="F5F2ED"/>
                </a:solidFill>
                <a:latin typeface="Space Grotesk SemiBold"/>
                <a:ea typeface="Space Grotesk SemiBold"/>
                <a:cs typeface="Space Grotesk SemiBold"/>
              </a:rPr>
              <a:t>[Título da imagem]</a:t>
            </a:r>
          </a:p>
        </p:txBody>
      </p:sp>
      <p:sp>
        <p:nvSpPr>
          <p:cNvPr id="6" name="LGH_PLACEHOLDER_subtitle_1">
            <a:extLst>
              <a:ext uri="{FF2B5EF4-FFF2-40B4-BE49-F238E27FC236}">
                <ns2:creationId id="{A0B817A0-D3AC-4DC9-A201-AEEEB4022B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" y="5953125"/>
            <a:ext cx="1109472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marL="0" indent="0">
              <a:buNone/>
            </a:lvl1pPr>
            <a:lvl2pPr marL="0" indent="0">
              <a:buNone/>
            </a:lvl2pPr>
            <a:lvl3pPr marL="0" indent="0">
              <a:buNone/>
            </a:lvl3pPr>
            <a:lvl4pPr marL="0" indent="0">
              <a:buNone/>
            </a:lvl4pPr>
            <a:lvl5pPr marL="0" indent="0">
              <a:buNone/>
            </a:lvl5pPr>
            <a:lvl6pPr marL="0" indent="0">
              <a:buNone/>
            </a:lvl6pPr>
            <a:lvl7pPr marL="0" indent="0">
              <a:buNone/>
            </a:lvl7pPr>
            <a:lvl8pPr marL="0" indent="0">
              <a:buNone/>
            </a:lvl8pPr>
            <a:lvl9pPr marL="0" indent="0">
              <a:buNone/>
            </a:lvl9pPr>
          </a:lstStyle>
          <a:p>
            <a:pPr algn="l" marL="0" indent="0">
              <a:defRPr sz="1950" b="0">
                <a:solidFill>
                  <a:srgbClr val="F5F2ED"/>
                </a:solidFill>
                <a:latin typeface="Manrope"/>
                <a:ea typeface="Manrope"/>
                <a:cs typeface="Manrope"/>
              </a:defRPr>
              <a:buNone/>
            </a:pPr>
            <a:r>
              <a:rPr sz="1950" b="0">
                <a:solidFill>
                  <a:srgbClr val="F5F2ED"/>
                </a:solidFill>
                <a:latin typeface="Manrope"/>
                <a:ea typeface="Manrope"/>
                <a:cs typeface="Manrope"/>
              </a:rPr>
              <a:t>[Legenda ou contexto em uma linha]</a:t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ns2="http://schemas.microsoft.com/office/drawing/2014/main" xmlns:ns3="http://schemas.openxmlformats.org/officeDocument/2006/relationships" xmlns:p="http://schemas.openxmlformats.org/presentationml/2006/main">
  <p:cSld name="09 · Cronograma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" name="LGH_STATIC_Canto herdado da grade Aotta">
            <a:extLst>
              <a:ext uri="{FF2B5EF4-FFF2-40B4-BE49-F238E27FC236}">
                <ns2:creationId id="{003CBEDF-74C0-4BA8-840E-B5B3EBD3A5C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14450" cy="95250"/>
          </a:xfrm>
          <a:prstGeom prst="rect">
            <a:avLst/>
          </a:prstGeom>
          <a:solidFill>
            <a:srgbClr val="FA6404"/>
          </a:solidFill>
          <a:ln w="0">
            <a:noFill/>
          </a:ln>
        </p:spPr>
      </p:sp>
      <p:sp>
        <p:nvSpPr>
          <p:cNvPr id="3" name="LGH_STATIC_Margem de abertura">
            <a:extLst>
              <a:ext uri="{FF2B5EF4-FFF2-40B4-BE49-F238E27FC236}">
                <ns2:creationId id="{0DC3584C-F50B-409E-A530-2F1E3185BA9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1314450"/>
          </a:xfrm>
          <a:prstGeom prst="rect">
            <a:avLst/>
          </a:prstGeom>
          <a:solidFill>
            <a:srgbClr val="FA6404"/>
          </a:solidFill>
          <a:ln w="0">
            <a:noFill/>
          </a:ln>
        </p:spPr>
      </p:sp>
      <p:pic>
        <p:nvPicPr>
          <p:cNvPr id="4" name=""/>
          <p:cNvPicPr>
            <a:picLocks noChangeAspect="1"/>
          </p:cNvPicPr>
          <p:nvPr/>
        </p:nvPicPr>
        <p:blipFill>
          <a:blip ns3:embed="Rfc1c149035d641f6"/>
          <a:stretch/>
        </p:blipFill>
        <p:spPr>
          <a:xfrm>
            <a:off x="548640" y="6438900"/>
            <a:ext cx="1657350" cy="249558"/>
          </a:xfrm>
          <a:prstGeom prst="rect">
            <a:avLst/>
          </a:prstGeom>
        </p:spPr>
      </p:pic>
      <p:sp>
        <p:nvSpPr>
          <p:cNvPr id="5" name="LGH_PLACEHOLDER_body_90">
            <a:extLst>
              <a:ext uri="{FF2B5EF4-FFF2-40B4-BE49-F238E27FC236}">
                <ns2:creationId id="{ABA66BFE-8BBC-49FE-B4F9-9E4600948632}"/>
              </a:ext>
            </a:extLst>
          </p:cNvPr>
          <p:cNvSpPr>
            <a:spLocks noGrp="1"/>
          </p:cNvSpPr>
          <p:nvPr>
            <p:ph type="body" idx="90"/>
          </p:nvPr>
        </p:nvSpPr>
        <p:spPr>
          <a:xfrm>
            <a:off x="2428875" y="6448425"/>
            <a:ext cx="6858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marL="0" indent="0">
              <a:buNone/>
            </a:lvl1pPr>
            <a:lvl2pPr marL="0" indent="0">
              <a:buNone/>
            </a:lvl2pPr>
            <a:lvl3pPr marL="0" indent="0">
              <a:buNone/>
            </a:lvl3pPr>
            <a:lvl4pPr marL="0" indent="0">
              <a:buNone/>
            </a:lvl4pPr>
            <a:lvl5pPr marL="0" indent="0">
              <a:buNone/>
            </a:lvl5pPr>
            <a:lvl6pPr marL="0" indent="0">
              <a:buNone/>
            </a:lvl6pPr>
            <a:lvl7pPr marL="0" indent="0">
              <a:buNone/>
            </a:lvl7pPr>
            <a:lvl8pPr marL="0" indent="0">
              <a:buNone/>
            </a:lvl8pPr>
            <a:lvl9pPr marL="0" indent="0">
              <a:buNone/>
            </a:lvl9pPr>
          </a:lstStyle>
          <a:p>
            <a:pPr algn="l" marL="0" indent="0">
              <a:defRPr sz="1050" b="0">
                <a:solidFill>
                  <a:srgbClr val="66615B"/>
                </a:solidFill>
                <a:latin typeface="Manrope"/>
                <a:ea typeface="Manrope"/>
                <a:cs typeface="Manrope"/>
              </a:defRPr>
              <a:buNone/>
            </a:pPr>
            <a:r>
              <a:rPr sz="1050" b="0">
                <a:solidFill>
                  <a:srgbClr val="66615B"/>
                </a:solidFill>
                <a:latin typeface="Manrope"/>
                <a:ea typeface="Manrope"/>
                <a:cs typeface="Manrope"/>
              </a:rPr>
              <a:t>[Cliente]  /  [Projeto]</a:t>
            </a:r>
          </a:p>
        </p:txBody>
      </p:sp>
      <p:sp>
        <p:nvSpPr>
          <p:cNvPr id="6" name="LGH_PLACEHOLDER_subtitle_1">
            <a:extLst>
              <a:ext uri="{FF2B5EF4-FFF2-40B4-BE49-F238E27FC236}">
                <ns2:creationId id="{A9BB81E8-2C40-438E-968A-EA6A0BD380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" y="371475"/>
            <a:ext cx="1109472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marL="0" indent="0">
              <a:buNone/>
            </a:lvl1pPr>
            <a:lvl2pPr marL="0" indent="0">
              <a:buNone/>
            </a:lvl2pPr>
            <a:lvl3pPr marL="0" indent="0">
              <a:buNone/>
            </a:lvl3pPr>
            <a:lvl4pPr marL="0" indent="0">
              <a:buNone/>
            </a:lvl4pPr>
            <a:lvl5pPr marL="0" indent="0">
              <a:buNone/>
            </a:lvl5pPr>
            <a:lvl6pPr marL="0" indent="0">
              <a:buNone/>
            </a:lvl6pPr>
            <a:lvl7pPr marL="0" indent="0">
              <a:buNone/>
            </a:lvl7pPr>
            <a:lvl8pPr marL="0" indent="0">
              <a:buNone/>
            </a:lvl8pPr>
            <a:lvl9pPr marL="0" indent="0">
              <a:buNone/>
            </a:lvl9pPr>
          </a:lstStyle>
          <a:p>
            <a:pPr algn="l" marL="0" indent="0">
              <a:defRPr sz="1200" b="0">
                <a:solidFill>
                  <a:srgbClr val="766E65"/>
                </a:solidFill>
                <a:latin typeface="Manrope"/>
                <a:ea typeface="Manrope"/>
                <a:cs typeface="Manrope"/>
              </a:defRPr>
              <a:buNone/>
            </a:pPr>
            <a:r>
              <a:rPr sz="1200" b="0">
                <a:solidFill>
                  <a:srgbClr val="766E65"/>
                </a:solidFill>
                <a:latin typeface="Manrope"/>
                <a:ea typeface="Manrope"/>
                <a:cs typeface="Manrope"/>
              </a:rPr>
              <a:t>[SEÇÃO]</a:t>
            </a:r>
          </a:p>
        </p:txBody>
      </p:sp>
      <p:sp>
        <p:nvSpPr>
          <p:cNvPr id="7" name="LGH_PLACEHOLDER_title_0">
            <a:extLst>
              <a:ext uri="{FF2B5EF4-FFF2-40B4-BE49-F238E27FC236}">
                <ns2:creationId id="{8015B3CC-E53D-4C64-B4AB-9BE3B36919F4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548640" y="704850"/>
            <a:ext cx="1109472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marL="0" indent="0">
              <a:buNone/>
            </a:lvl1pPr>
            <a:lvl2pPr marL="0" indent="0">
              <a:buNone/>
            </a:lvl2pPr>
            <a:lvl3pPr marL="0" indent="0">
              <a:buNone/>
            </a:lvl3pPr>
            <a:lvl4pPr marL="0" indent="0">
              <a:buNone/>
            </a:lvl4pPr>
            <a:lvl5pPr marL="0" indent="0">
              <a:buNone/>
            </a:lvl5pPr>
            <a:lvl6pPr marL="0" indent="0">
              <a:buNone/>
            </a:lvl6pPr>
            <a:lvl7pPr marL="0" indent="0">
              <a:buNone/>
            </a:lvl7pPr>
            <a:lvl8pPr marL="0" indent="0">
              <a:buNone/>
            </a:lvl8pPr>
            <a:lvl9pPr marL="0" indent="0">
              <a:buNone/>
            </a:lvl9pPr>
          </a:lstStyle>
          <a:p>
            <a:pPr algn="l" marL="0" indent="0">
              <a:defRPr sz="3300" b="0">
                <a:solidFill>
                  <a:srgbClr val="171513"/>
                </a:solidFill>
                <a:latin typeface="Space Grotesk SemiBold"/>
                <a:ea typeface="Space Grotesk SemiBold"/>
                <a:cs typeface="Space Grotesk SemiBold"/>
              </a:defRPr>
              <a:buNone/>
            </a:pPr>
            <a:r>
              <a:rPr sz="3300" b="0">
                <a:solidFill>
                  <a:srgbClr val="171513"/>
                </a:solidFill>
                <a:latin typeface="Space Grotesk SemiBold"/>
                <a:ea typeface="Space Grotesk SemiBold"/>
                <a:cs typeface="Space Grotesk SemiBold"/>
              </a:rPr>
              <a:t>Cronograma de produção</a:t>
            </a:r>
          </a:p>
        </p:txBody>
      </p:sp>
      <p:sp>
        <p:nvSpPr>
          <p:cNvPr id="8" name="LGH_STATIC_[Observações sobre aprovações e dependências]">
            <a:extLst>
              <a:ext uri="{FF2B5EF4-FFF2-40B4-BE49-F238E27FC236}">
                <ns2:creationId id="{A1CACCDF-D35E-4C81-9690-750790A4FA49}"/>
              </a:ext>
            </a:extLst>
          </p:cNvPr>
          <p:cNvSpPr>
            <a:spLocks noGrp="1"/>
          </p:cNvSpPr>
          <p:nvPr/>
        </p:nvSpPr>
        <p:spPr>
          <a:xfrm>
            <a:off x="548640" y="5505450"/>
            <a:ext cx="1109472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171513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171513"/>
                </a:solidFill>
                <a:latin typeface="Manrope"/>
                <a:ea typeface="Manrope"/>
                <a:cs typeface="Manrope"/>
              </a:rPr>
              <a:t>[Observações sobre aprovações e dependências]</a:t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ns2="http://schemas.microsoft.com/office/drawing/2014/main" xmlns:ns3="http://schemas.openxmlformats.org/officeDocument/2006/relationships" xmlns:p="http://schemas.openxmlformats.org/presentationml/2006/main">
  <p:cSld name="10 · Investimento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" name="LGH_STATIC_Canto herdado da grade Aotta">
            <a:extLst>
              <a:ext uri="{FF2B5EF4-FFF2-40B4-BE49-F238E27FC236}">
                <ns2:creationId id="{B4301087-21F2-4832-B60C-E27E3BAFD38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14450" cy="95250"/>
          </a:xfrm>
          <a:prstGeom prst="rect">
            <a:avLst/>
          </a:prstGeom>
          <a:solidFill>
            <a:srgbClr val="FA6404"/>
          </a:solidFill>
          <a:ln w="0">
            <a:noFill/>
          </a:ln>
        </p:spPr>
      </p:sp>
      <p:sp>
        <p:nvSpPr>
          <p:cNvPr id="3" name="LGH_STATIC_Margem de abertura">
            <a:extLst>
              <a:ext uri="{FF2B5EF4-FFF2-40B4-BE49-F238E27FC236}">
                <ns2:creationId id="{D81B3072-C517-4A2D-9D88-DD165E6D609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1314450"/>
          </a:xfrm>
          <a:prstGeom prst="rect">
            <a:avLst/>
          </a:prstGeom>
          <a:solidFill>
            <a:srgbClr val="FA6404"/>
          </a:solidFill>
          <a:ln w="0">
            <a:noFill/>
          </a:ln>
        </p:spPr>
      </p:sp>
      <p:pic>
        <p:nvPicPr>
          <p:cNvPr id="4" name=""/>
          <p:cNvPicPr>
            <a:picLocks noChangeAspect="1"/>
          </p:cNvPicPr>
          <p:nvPr/>
        </p:nvPicPr>
        <p:blipFill>
          <a:blip ns3:embed="Rc72eec9a8f5d4869"/>
          <a:stretch/>
        </p:blipFill>
        <p:spPr>
          <a:xfrm>
            <a:off x="548640" y="6438900"/>
            <a:ext cx="1657350" cy="249558"/>
          </a:xfrm>
          <a:prstGeom prst="rect">
            <a:avLst/>
          </a:prstGeom>
        </p:spPr>
      </p:pic>
      <p:sp>
        <p:nvSpPr>
          <p:cNvPr id="5" name="LGH_PLACEHOLDER_body_90">
            <a:extLst>
              <a:ext uri="{FF2B5EF4-FFF2-40B4-BE49-F238E27FC236}">
                <ns2:creationId id="{0C0FB4B7-BA7E-4A9A-A284-9C856385ABF4}"/>
              </a:ext>
            </a:extLst>
          </p:cNvPr>
          <p:cNvSpPr>
            <a:spLocks noGrp="1"/>
          </p:cNvSpPr>
          <p:nvPr>
            <p:ph type="body" idx="90"/>
          </p:nvPr>
        </p:nvSpPr>
        <p:spPr>
          <a:xfrm>
            <a:off x="2428875" y="6448425"/>
            <a:ext cx="6858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marL="0" indent="0">
              <a:buNone/>
            </a:lvl1pPr>
            <a:lvl2pPr marL="0" indent="0">
              <a:buNone/>
            </a:lvl2pPr>
            <a:lvl3pPr marL="0" indent="0">
              <a:buNone/>
            </a:lvl3pPr>
            <a:lvl4pPr marL="0" indent="0">
              <a:buNone/>
            </a:lvl4pPr>
            <a:lvl5pPr marL="0" indent="0">
              <a:buNone/>
            </a:lvl5pPr>
            <a:lvl6pPr marL="0" indent="0">
              <a:buNone/>
            </a:lvl6pPr>
            <a:lvl7pPr marL="0" indent="0">
              <a:buNone/>
            </a:lvl7pPr>
            <a:lvl8pPr marL="0" indent="0">
              <a:buNone/>
            </a:lvl8pPr>
            <a:lvl9pPr marL="0" indent="0">
              <a:buNone/>
            </a:lvl9pPr>
          </a:lstStyle>
          <a:p>
            <a:pPr algn="l" marL="0" indent="0">
              <a:defRPr sz="1050" b="0">
                <a:solidFill>
                  <a:srgbClr val="66615B"/>
                </a:solidFill>
                <a:latin typeface="Manrope"/>
                <a:ea typeface="Manrope"/>
                <a:cs typeface="Manrope"/>
              </a:defRPr>
              <a:buNone/>
            </a:pPr>
            <a:r>
              <a:rPr sz="1050" b="0">
                <a:solidFill>
                  <a:srgbClr val="66615B"/>
                </a:solidFill>
                <a:latin typeface="Manrope"/>
                <a:ea typeface="Manrope"/>
                <a:cs typeface="Manrope"/>
              </a:rPr>
              <a:t>[Cliente]  /  [Projeto]</a:t>
            </a:r>
          </a:p>
        </p:txBody>
      </p:sp>
      <p:sp>
        <p:nvSpPr>
          <p:cNvPr id="6" name="LGH_PLACEHOLDER_subtitle_1">
            <a:extLst>
              <a:ext uri="{FF2B5EF4-FFF2-40B4-BE49-F238E27FC236}">
                <ns2:creationId id="{51F101CD-E7EE-4378-A70D-DC491C0A36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" y="371475"/>
            <a:ext cx="1109472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marL="0" indent="0">
              <a:buNone/>
            </a:lvl1pPr>
            <a:lvl2pPr marL="0" indent="0">
              <a:buNone/>
            </a:lvl2pPr>
            <a:lvl3pPr marL="0" indent="0">
              <a:buNone/>
            </a:lvl3pPr>
            <a:lvl4pPr marL="0" indent="0">
              <a:buNone/>
            </a:lvl4pPr>
            <a:lvl5pPr marL="0" indent="0">
              <a:buNone/>
            </a:lvl5pPr>
            <a:lvl6pPr marL="0" indent="0">
              <a:buNone/>
            </a:lvl6pPr>
            <a:lvl7pPr marL="0" indent="0">
              <a:buNone/>
            </a:lvl7pPr>
            <a:lvl8pPr marL="0" indent="0">
              <a:buNone/>
            </a:lvl8pPr>
            <a:lvl9pPr marL="0" indent="0">
              <a:buNone/>
            </a:lvl9pPr>
          </a:lstStyle>
          <a:p>
            <a:pPr algn="l" marL="0" indent="0">
              <a:defRPr sz="1200" b="0">
                <a:solidFill>
                  <a:srgbClr val="766E65"/>
                </a:solidFill>
                <a:latin typeface="Manrope"/>
                <a:ea typeface="Manrope"/>
                <a:cs typeface="Manrope"/>
              </a:defRPr>
              <a:buNone/>
            </a:pPr>
            <a:r>
              <a:rPr sz="1200" b="0">
                <a:solidFill>
                  <a:srgbClr val="766E65"/>
                </a:solidFill>
                <a:latin typeface="Manrope"/>
                <a:ea typeface="Manrope"/>
                <a:cs typeface="Manrope"/>
              </a:rPr>
              <a:t>[SEÇÃO]</a:t>
            </a:r>
          </a:p>
        </p:txBody>
      </p:sp>
      <p:sp>
        <p:nvSpPr>
          <p:cNvPr id="7" name="LGH_PLACEHOLDER_title_0">
            <a:extLst>
              <a:ext uri="{FF2B5EF4-FFF2-40B4-BE49-F238E27FC236}">
                <ns2:creationId id="{6D91C258-ACB5-44DE-A59E-FDEBC06996CC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548640" y="704850"/>
            <a:ext cx="1109472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marL="0" indent="0">
              <a:buNone/>
            </a:lvl1pPr>
            <a:lvl2pPr marL="0" indent="0">
              <a:buNone/>
            </a:lvl2pPr>
            <a:lvl3pPr marL="0" indent="0">
              <a:buNone/>
            </a:lvl3pPr>
            <a:lvl4pPr marL="0" indent="0">
              <a:buNone/>
            </a:lvl4pPr>
            <a:lvl5pPr marL="0" indent="0">
              <a:buNone/>
            </a:lvl5pPr>
            <a:lvl6pPr marL="0" indent="0">
              <a:buNone/>
            </a:lvl6pPr>
            <a:lvl7pPr marL="0" indent="0">
              <a:buNone/>
            </a:lvl7pPr>
            <a:lvl8pPr marL="0" indent="0">
              <a:buNone/>
            </a:lvl8pPr>
            <a:lvl9pPr marL="0" indent="0">
              <a:buNone/>
            </a:lvl9pPr>
          </a:lstStyle>
          <a:p>
            <a:pPr algn="l" marL="0" indent="0">
              <a:defRPr sz="3300" b="0">
                <a:solidFill>
                  <a:srgbClr val="171513"/>
                </a:solidFill>
                <a:latin typeface="Space Grotesk SemiBold"/>
                <a:ea typeface="Space Grotesk SemiBold"/>
                <a:cs typeface="Space Grotesk SemiBold"/>
              </a:defRPr>
              <a:buNone/>
            </a:pPr>
            <a:r>
              <a:rPr sz="3300" b="0">
                <a:solidFill>
                  <a:srgbClr val="171513"/>
                </a:solidFill>
                <a:latin typeface="Space Grotesk SemiBold"/>
                <a:ea typeface="Space Grotesk SemiBold"/>
                <a:cs typeface="Space Grotesk SemiBold"/>
              </a:rPr>
              <a:t>Investimento</a:t>
            </a:r>
          </a:p>
        </p:txBody>
      </p:sp>
      <p:sp>
        <p:nvSpPr>
          <p:cNvPr id="8" name="LGH_STATIC_[Forma de pagamento]  /  [Validade da proposta]">
            <a:extLst>
              <a:ext uri="{FF2B5EF4-FFF2-40B4-BE49-F238E27FC236}">
                <ns2:creationId id="{D2321FE7-982D-4869-B575-C3289F9BE6C4}"/>
              </a:ext>
            </a:extLst>
          </p:cNvPr>
          <p:cNvSpPr>
            <a:spLocks noGrp="1"/>
          </p:cNvSpPr>
          <p:nvPr/>
        </p:nvSpPr>
        <p:spPr>
          <a:xfrm>
            <a:off x="548640" y="5505450"/>
            <a:ext cx="1109472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171513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171513"/>
                </a:solidFill>
                <a:latin typeface="Manrope"/>
                <a:ea typeface="Manrope"/>
                <a:cs typeface="Manrope"/>
              </a:rPr>
              <a:t>[Forma de pagamento]  /  [Validade da proposta]</a:t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ns2="http://schemas.microsoft.com/office/drawing/2014/main" xmlns:ns3="http://schemas.openxmlformats.org/officeDocument/2006/relationships" xmlns:p="http://schemas.openxmlformats.org/presentationml/2006/main">
  <p:cSld name="11 · Condições em duas colunas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" name="LGH_STATIC_Canto herdado da grade Aotta">
            <a:extLst>
              <a:ext uri="{FF2B5EF4-FFF2-40B4-BE49-F238E27FC236}">
                <ns2:creationId id="{C36044D6-2F73-410C-8523-05E7F288C07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14450" cy="95250"/>
          </a:xfrm>
          <a:prstGeom prst="rect">
            <a:avLst/>
          </a:prstGeom>
          <a:solidFill>
            <a:srgbClr val="FA6404"/>
          </a:solidFill>
          <a:ln w="0">
            <a:noFill/>
          </a:ln>
        </p:spPr>
      </p:sp>
      <p:sp>
        <p:nvSpPr>
          <p:cNvPr id="3" name="LGH_STATIC_Margem de abertura">
            <a:extLst>
              <a:ext uri="{FF2B5EF4-FFF2-40B4-BE49-F238E27FC236}">
                <ns2:creationId id="{42BCBD8F-E3C5-4D8F-8808-B82498D6708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1314450"/>
          </a:xfrm>
          <a:prstGeom prst="rect">
            <a:avLst/>
          </a:prstGeom>
          <a:solidFill>
            <a:srgbClr val="FA6404"/>
          </a:solidFill>
          <a:ln w="0">
            <a:noFill/>
          </a:ln>
        </p:spPr>
      </p:sp>
      <p:pic>
        <p:nvPicPr>
          <p:cNvPr id="4" name=""/>
          <p:cNvPicPr>
            <a:picLocks noChangeAspect="1"/>
          </p:cNvPicPr>
          <p:nvPr/>
        </p:nvPicPr>
        <p:blipFill>
          <a:blip ns3:embed="R5320dc6709f14ecf"/>
          <a:stretch/>
        </p:blipFill>
        <p:spPr>
          <a:xfrm>
            <a:off x="548640" y="6438900"/>
            <a:ext cx="1657350" cy="249558"/>
          </a:xfrm>
          <a:prstGeom prst="rect">
            <a:avLst/>
          </a:prstGeom>
        </p:spPr>
      </p:pic>
      <p:sp>
        <p:nvSpPr>
          <p:cNvPr id="5" name="LGH_PLACEHOLDER_body_90">
            <a:extLst>
              <a:ext uri="{FF2B5EF4-FFF2-40B4-BE49-F238E27FC236}">
                <ns2:creationId id="{1EBF2C86-5444-40A4-8CD4-B47851B2DBA7}"/>
              </a:ext>
            </a:extLst>
          </p:cNvPr>
          <p:cNvSpPr>
            <a:spLocks noGrp="1"/>
          </p:cNvSpPr>
          <p:nvPr>
            <p:ph type="body" idx="90"/>
          </p:nvPr>
        </p:nvSpPr>
        <p:spPr>
          <a:xfrm>
            <a:off x="2428875" y="6448425"/>
            <a:ext cx="6858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marL="0" indent="0">
              <a:buNone/>
            </a:lvl1pPr>
            <a:lvl2pPr marL="0" indent="0">
              <a:buNone/>
            </a:lvl2pPr>
            <a:lvl3pPr marL="0" indent="0">
              <a:buNone/>
            </a:lvl3pPr>
            <a:lvl4pPr marL="0" indent="0">
              <a:buNone/>
            </a:lvl4pPr>
            <a:lvl5pPr marL="0" indent="0">
              <a:buNone/>
            </a:lvl5pPr>
            <a:lvl6pPr marL="0" indent="0">
              <a:buNone/>
            </a:lvl6pPr>
            <a:lvl7pPr marL="0" indent="0">
              <a:buNone/>
            </a:lvl7pPr>
            <a:lvl8pPr marL="0" indent="0">
              <a:buNone/>
            </a:lvl8pPr>
            <a:lvl9pPr marL="0" indent="0">
              <a:buNone/>
            </a:lvl9pPr>
          </a:lstStyle>
          <a:p>
            <a:pPr algn="l" marL="0" indent="0">
              <a:defRPr sz="1050" b="0">
                <a:solidFill>
                  <a:srgbClr val="66615B"/>
                </a:solidFill>
                <a:latin typeface="Manrope"/>
                <a:ea typeface="Manrope"/>
                <a:cs typeface="Manrope"/>
              </a:defRPr>
              <a:buNone/>
            </a:pPr>
            <a:r>
              <a:rPr sz="1050" b="0">
                <a:solidFill>
                  <a:srgbClr val="66615B"/>
                </a:solidFill>
                <a:latin typeface="Manrope"/>
                <a:ea typeface="Manrope"/>
                <a:cs typeface="Manrope"/>
              </a:rPr>
              <a:t>[Cliente]  /  [Projeto]</a:t>
            </a:r>
          </a:p>
        </p:txBody>
      </p:sp>
      <p:sp>
        <p:nvSpPr>
          <p:cNvPr id="6" name="LGH_PLACEHOLDER_subtitle_1">
            <a:extLst>
              <a:ext uri="{FF2B5EF4-FFF2-40B4-BE49-F238E27FC236}">
                <ns2:creationId id="{D8C1C7AB-FC2D-402D-B457-A2195167A6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" y="371475"/>
            <a:ext cx="1109472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marL="0" indent="0">
              <a:buNone/>
            </a:lvl1pPr>
            <a:lvl2pPr marL="0" indent="0">
              <a:buNone/>
            </a:lvl2pPr>
            <a:lvl3pPr marL="0" indent="0">
              <a:buNone/>
            </a:lvl3pPr>
            <a:lvl4pPr marL="0" indent="0">
              <a:buNone/>
            </a:lvl4pPr>
            <a:lvl5pPr marL="0" indent="0">
              <a:buNone/>
            </a:lvl5pPr>
            <a:lvl6pPr marL="0" indent="0">
              <a:buNone/>
            </a:lvl6pPr>
            <a:lvl7pPr marL="0" indent="0">
              <a:buNone/>
            </a:lvl7pPr>
            <a:lvl8pPr marL="0" indent="0">
              <a:buNone/>
            </a:lvl8pPr>
            <a:lvl9pPr marL="0" indent="0">
              <a:buNone/>
            </a:lvl9pPr>
          </a:lstStyle>
          <a:p>
            <a:pPr algn="l" marL="0" indent="0">
              <a:defRPr sz="1200" b="0">
                <a:solidFill>
                  <a:srgbClr val="766E65"/>
                </a:solidFill>
                <a:latin typeface="Manrope"/>
                <a:ea typeface="Manrope"/>
                <a:cs typeface="Manrope"/>
              </a:defRPr>
              <a:buNone/>
            </a:pPr>
            <a:r>
              <a:rPr sz="1200" b="0">
                <a:solidFill>
                  <a:srgbClr val="766E65"/>
                </a:solidFill>
                <a:latin typeface="Manrope"/>
                <a:ea typeface="Manrope"/>
                <a:cs typeface="Manrope"/>
              </a:rPr>
              <a:t>[SEÇÃO]</a:t>
            </a:r>
          </a:p>
        </p:txBody>
      </p:sp>
      <p:sp>
        <p:nvSpPr>
          <p:cNvPr id="7" name="LGH_PLACEHOLDER_title_0">
            <a:extLst>
              <a:ext uri="{FF2B5EF4-FFF2-40B4-BE49-F238E27FC236}">
                <ns2:creationId id="{96765C47-81E1-4F15-BB7E-87C140669909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548640" y="704850"/>
            <a:ext cx="1109472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marL="0" indent="0">
              <a:buNone/>
            </a:lvl1pPr>
            <a:lvl2pPr marL="0" indent="0">
              <a:buNone/>
            </a:lvl2pPr>
            <a:lvl3pPr marL="0" indent="0">
              <a:buNone/>
            </a:lvl3pPr>
            <a:lvl4pPr marL="0" indent="0">
              <a:buNone/>
            </a:lvl4pPr>
            <a:lvl5pPr marL="0" indent="0">
              <a:buNone/>
            </a:lvl5pPr>
            <a:lvl6pPr marL="0" indent="0">
              <a:buNone/>
            </a:lvl6pPr>
            <a:lvl7pPr marL="0" indent="0">
              <a:buNone/>
            </a:lvl7pPr>
            <a:lvl8pPr marL="0" indent="0">
              <a:buNone/>
            </a:lvl8pPr>
            <a:lvl9pPr marL="0" indent="0">
              <a:buNone/>
            </a:lvl9pPr>
          </a:lstStyle>
          <a:p>
            <a:pPr algn="l" marL="0" indent="0">
              <a:defRPr sz="3300" b="0">
                <a:solidFill>
                  <a:srgbClr val="171513"/>
                </a:solidFill>
                <a:latin typeface="Space Grotesk SemiBold"/>
                <a:ea typeface="Space Grotesk SemiBold"/>
                <a:cs typeface="Space Grotesk SemiBold"/>
              </a:defRPr>
              <a:buNone/>
            </a:pPr>
            <a:r>
              <a:rPr sz="3300" b="0">
                <a:solidFill>
                  <a:srgbClr val="171513"/>
                </a:solidFill>
                <a:latin typeface="Space Grotesk SemiBold"/>
                <a:ea typeface="Space Grotesk SemiBold"/>
                <a:cs typeface="Space Grotesk SemiBold"/>
              </a:rPr>
              <a:t>Condições do projeto</a:t>
            </a:r>
          </a:p>
        </p:txBody>
      </p:sp>
      <p:sp>
        <p:nvSpPr>
          <p:cNvPr id="8" name="LGH_PLACEHOLDER_body_2">
            <a:extLst>
              <a:ext uri="{FF2B5EF4-FFF2-40B4-BE49-F238E27FC236}">
                <ns2:creationId id="{7CE1DF93-FF25-4885-9E9D-C095759174E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48640" y="2047875"/>
            <a:ext cx="5305425" cy="3638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marL="0" indent="0">
              <a:buNone/>
            </a:lvl1pPr>
            <a:lvl2pPr marL="0" indent="0">
              <a:buNone/>
            </a:lvl2pPr>
            <a:lvl3pPr marL="0" indent="0">
              <a:buNone/>
            </a:lvl3pPr>
            <a:lvl4pPr marL="0" indent="0">
              <a:buNone/>
            </a:lvl4pPr>
            <a:lvl5pPr marL="0" indent="0">
              <a:buNone/>
            </a:lvl5pPr>
            <a:lvl6pPr marL="0" indent="0">
              <a:buNone/>
            </a:lvl6pPr>
            <a:lvl7pPr marL="0" indent="0">
              <a:buNone/>
            </a:lvl7pPr>
            <a:lvl8pPr marL="0" indent="0">
              <a:buNone/>
            </a:lvl8pPr>
            <a:lvl9pPr marL="0" indent="0">
              <a:buNone/>
            </a:lvl9pPr>
          </a:lstStyle>
          <a:p>
            <a:pPr algn="l" marL="0" indent="0">
              <a:defRPr sz="2100" b="0">
                <a:solidFill>
                  <a:srgbClr val="171513"/>
                </a:solidFill>
                <a:latin typeface="Manrope"/>
                <a:ea typeface="Manrope"/>
                <a:cs typeface="Manrope"/>
              </a:defRPr>
              <a:buNone/>
            </a:pPr>
            <a:r>
              <a:rPr sz="2100" b="0">
                <a:solidFill>
                  <a:srgbClr val="171513"/>
                </a:solidFill>
                <a:latin typeface="Manrope"/>
                <a:ea typeface="Manrope"/>
                <a:cs typeface="Manrope"/>
              </a:rPr>
              <a:t>O que está incluído</a:t>
            </a:r>
          </a:p>
          <a:p>
            <a:pPr marL="0" indent="0">
              <a:buNone/>
            </a:pPr>
            <a:r>
              <a:t/>
            </a:r>
          </a:p>
          <a:p>
            <a:pPr algn="l" marL="0" indent="0">
              <a:defRPr sz="2100" b="0">
                <a:solidFill>
                  <a:srgbClr val="171513"/>
                </a:solidFill>
                <a:latin typeface="Manrope"/>
                <a:ea typeface="Manrope"/>
                <a:cs typeface="Manrope"/>
              </a:defRPr>
              <a:buNone/>
            </a:pPr>
            <a:r>
              <a:rPr sz="2100" b="0">
                <a:solidFill>
                  <a:srgbClr val="171513"/>
                </a:solidFill>
                <a:latin typeface="Manrope"/>
                <a:ea typeface="Manrope"/>
                <a:cs typeface="Manrope"/>
              </a:rPr>
              <a:t>[Entregas e formatos]</a:t>
            </a:r>
          </a:p>
          <a:p>
            <a:pPr marL="0" indent="0">
              <a:buNone/>
            </a:pPr>
            <a:r>
              <a:t/>
            </a:r>
          </a:p>
          <a:p>
            <a:pPr algn="l" marL="0" indent="0">
              <a:defRPr sz="2100" b="0">
                <a:solidFill>
                  <a:srgbClr val="171513"/>
                </a:solidFill>
                <a:latin typeface="Manrope"/>
                <a:ea typeface="Manrope"/>
                <a:cs typeface="Manrope"/>
              </a:defRPr>
              <a:buNone/>
            </a:pPr>
            <a:r>
              <a:rPr sz="2100" b="0">
                <a:solidFill>
                  <a:srgbClr val="171513"/>
                </a:solidFill>
                <a:latin typeface="Manrope"/>
                <a:ea typeface="Manrope"/>
                <a:cs typeface="Manrope"/>
              </a:rPr>
              <a:t>[Rodadas de revisão]</a:t>
            </a:r>
          </a:p>
        </p:txBody>
      </p:sp>
      <p:sp>
        <p:nvSpPr>
          <p:cNvPr id="9" name="LGH_PLACEHOLDER_body_3">
            <a:extLst>
              <a:ext uri="{FF2B5EF4-FFF2-40B4-BE49-F238E27FC236}">
                <ns2:creationId id="{B0B21655-A2CE-4E99-93FE-937BD9D9E501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337935" y="2047875"/>
            <a:ext cx="5305425" cy="3638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marL="0" indent="0">
              <a:buNone/>
            </a:lvl1pPr>
            <a:lvl2pPr marL="0" indent="0">
              <a:buNone/>
            </a:lvl2pPr>
            <a:lvl3pPr marL="0" indent="0">
              <a:buNone/>
            </a:lvl3pPr>
            <a:lvl4pPr marL="0" indent="0">
              <a:buNone/>
            </a:lvl4pPr>
            <a:lvl5pPr marL="0" indent="0">
              <a:buNone/>
            </a:lvl5pPr>
            <a:lvl6pPr marL="0" indent="0">
              <a:buNone/>
            </a:lvl6pPr>
            <a:lvl7pPr marL="0" indent="0">
              <a:buNone/>
            </a:lvl7pPr>
            <a:lvl8pPr marL="0" indent="0">
              <a:buNone/>
            </a:lvl8pPr>
            <a:lvl9pPr marL="0" indent="0">
              <a:buNone/>
            </a:lvl9pPr>
          </a:lstStyle>
          <a:p>
            <a:pPr algn="l" marL="0" indent="0">
              <a:defRPr sz="2100" b="0">
                <a:solidFill>
                  <a:srgbClr val="171513"/>
                </a:solidFill>
                <a:latin typeface="Manrope"/>
                <a:ea typeface="Manrope"/>
                <a:cs typeface="Manrope"/>
              </a:defRPr>
              <a:buNone/>
            </a:pPr>
            <a:r>
              <a:rPr sz="2100" b="0">
                <a:solidFill>
                  <a:srgbClr val="171513"/>
                </a:solidFill>
                <a:latin typeface="Manrope"/>
                <a:ea typeface="Manrope"/>
                <a:cs typeface="Manrope"/>
              </a:rPr>
              <a:t>O que precisa ser combinado</a:t>
            </a:r>
          </a:p>
          <a:p>
            <a:pPr marL="0" indent="0">
              <a:buNone/>
            </a:pPr>
            <a:r>
              <a:t/>
            </a:r>
          </a:p>
          <a:p>
            <a:pPr algn="l" marL="0" indent="0">
              <a:defRPr sz="2100" b="0">
                <a:solidFill>
                  <a:srgbClr val="171513"/>
                </a:solidFill>
                <a:latin typeface="Manrope"/>
                <a:ea typeface="Manrope"/>
                <a:cs typeface="Manrope"/>
              </a:defRPr>
              <a:buNone/>
            </a:pPr>
            <a:r>
              <a:rPr sz="2100" b="0">
                <a:solidFill>
                  <a:srgbClr val="171513"/>
                </a:solidFill>
                <a:latin typeface="Manrope"/>
                <a:ea typeface="Manrope"/>
                <a:cs typeface="Manrope"/>
              </a:rPr>
              <a:t>[Licenças e deslocamentos]</a:t>
            </a:r>
          </a:p>
          <a:p>
            <a:pPr marL="0" indent="0">
              <a:buNone/>
            </a:pPr>
            <a:r>
              <a:t/>
            </a:r>
          </a:p>
          <a:p>
            <a:pPr algn="l" marL="0" indent="0">
              <a:defRPr sz="2100" b="0">
                <a:solidFill>
                  <a:srgbClr val="171513"/>
                </a:solidFill>
                <a:latin typeface="Manrope"/>
                <a:ea typeface="Manrope"/>
                <a:cs typeface="Manrope"/>
              </a:defRPr>
              <a:buNone/>
            </a:pPr>
            <a:r>
              <a:rPr sz="2100" b="0">
                <a:solidFill>
                  <a:srgbClr val="171513"/>
                </a:solidFill>
                <a:latin typeface="Manrope"/>
                <a:ea typeface="Manrope"/>
                <a:cs typeface="Manrope"/>
              </a:rPr>
              <a:t>[Prazos para aprovação]</a:t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ns2="http://schemas.openxmlformats.org/officeDocument/2006/relationships" xmlns:ns3="http://schemas.microsoft.com/office/drawing/2014/main" xmlns:p="http://schemas.openxmlformats.org/presentationml/2006/main">
  <p:cSld name="12 · Encerramento">
    <p:bg>
      <p:bgPr>
        <a:solidFill>
          <a:srgbClr val="171513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2" name=""/>
          <p:cNvPicPr>
            <a:picLocks noChangeAspect="1"/>
          </p:cNvPicPr>
          <p:nvPr/>
        </p:nvPicPr>
        <p:blipFill>
          <a:blip ns2:embed="R302b2f68f23b44fe"/>
          <a:stretch/>
        </p:blipFill>
        <p:spPr>
          <a:xfrm>
            <a:off x="548640" y="628650"/>
            <a:ext cx="4572000" cy="688435"/>
          </a:xfrm>
          <a:prstGeom prst="rect">
            <a:avLst/>
          </a:prstGeom>
        </p:spPr>
      </p:pic>
      <p:sp>
        <p:nvSpPr>
          <p:cNvPr id="3" name="LGH_STATIC_Rodapé laranja">
            <a:extLst>
              <a:ext uri="{FF2B5EF4-FFF2-40B4-BE49-F238E27FC236}">
                <ns3:creationId id="{6D20D35A-BFB4-4006-9711-691C611ACAC1}"/>
              </a:ext>
            </a:extLst>
          </p:cNvPr>
          <p:cNvSpPr>
            <a:spLocks noGrp="1"/>
          </p:cNvSpPr>
          <p:nvPr/>
        </p:nvSpPr>
        <p:spPr>
          <a:xfrm>
            <a:off x="0" y="6705600"/>
            <a:ext cx="12192000" cy="152400"/>
          </a:xfrm>
          <a:prstGeom prst="rect">
            <a:avLst/>
          </a:prstGeom>
          <a:solidFill>
            <a:srgbClr val="FA6404"/>
          </a:solidFill>
          <a:ln w="0">
            <a:noFill/>
          </a:ln>
        </p:spPr>
      </p:sp>
      <p:sp>
        <p:nvSpPr>
          <p:cNvPr id="4" name="LGH_PLACEHOLDER_title_0">
            <a:extLst>
              <a:ext uri="{FF2B5EF4-FFF2-40B4-BE49-F238E27FC236}">
                <ns3:creationId id="{CB9457A6-1558-4A27-BE8E-7ABDD4DDA077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548640" y="2619375"/>
            <a:ext cx="1109472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marL="0" indent="0">
              <a:buNone/>
            </a:lvl1pPr>
            <a:lvl2pPr marL="0" indent="0">
              <a:buNone/>
            </a:lvl2pPr>
            <a:lvl3pPr marL="0" indent="0">
              <a:buNone/>
            </a:lvl3pPr>
            <a:lvl4pPr marL="0" indent="0">
              <a:buNone/>
            </a:lvl4pPr>
            <a:lvl5pPr marL="0" indent="0">
              <a:buNone/>
            </a:lvl5pPr>
            <a:lvl6pPr marL="0" indent="0">
              <a:buNone/>
            </a:lvl6pPr>
            <a:lvl7pPr marL="0" indent="0">
              <a:buNone/>
            </a:lvl7pPr>
            <a:lvl8pPr marL="0" indent="0">
              <a:buNone/>
            </a:lvl8pPr>
            <a:lvl9pPr marL="0" indent="0">
              <a:buNone/>
            </a:lvl9pPr>
          </a:lstStyle>
          <a:p>
            <a:pPr algn="l" marL="0" indent="0">
              <a:defRPr sz="5700" b="0">
                <a:solidFill>
                  <a:srgbClr val="F5F2ED"/>
                </a:solidFill>
                <a:latin typeface="Space Grotesk SemiBold"/>
                <a:ea typeface="Space Grotesk SemiBold"/>
                <a:cs typeface="Space Grotesk SemiBold"/>
              </a:defRPr>
              <a:buNone/>
            </a:pPr>
            <a:r>
              <a:rPr sz="5700" b="0">
                <a:solidFill>
                  <a:srgbClr val="F5F2ED"/>
                </a:solidFill>
                <a:latin typeface="Space Grotesk SemiBold"/>
                <a:ea typeface="Space Grotesk SemiBold"/>
                <a:cs typeface="Space Grotesk SemiBold"/>
              </a:rPr>
              <a:t>Vamos filmar?</a:t>
            </a:r>
          </a:p>
        </p:txBody>
      </p:sp>
      <p:sp>
        <p:nvSpPr>
          <p:cNvPr id="5" name="LGH_PLACEHOLDER_body_2">
            <a:extLst>
              <a:ext uri="{FF2B5EF4-FFF2-40B4-BE49-F238E27FC236}">
                <ns3:creationId id="{8AD4EAC3-A26E-4AC9-82A5-1F1858B7BBB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48640" y="4276725"/>
            <a:ext cx="9906000" cy="152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marL="0" indent="0">
              <a:buNone/>
            </a:lvl1pPr>
            <a:lvl2pPr marL="0" indent="0">
              <a:buNone/>
            </a:lvl2pPr>
            <a:lvl3pPr marL="0" indent="0">
              <a:buNone/>
            </a:lvl3pPr>
            <a:lvl4pPr marL="0" indent="0">
              <a:buNone/>
            </a:lvl4pPr>
            <a:lvl5pPr marL="0" indent="0">
              <a:buNone/>
            </a:lvl5pPr>
            <a:lvl6pPr marL="0" indent="0">
              <a:buNone/>
            </a:lvl6pPr>
            <a:lvl7pPr marL="0" indent="0">
              <a:buNone/>
            </a:lvl7pPr>
            <a:lvl8pPr marL="0" indent="0">
              <a:buNone/>
            </a:lvl8pPr>
            <a:lvl9pPr marL="0" indent="0">
              <a:buNone/>
            </a:lvl9pPr>
          </a:lstStyle>
          <a:p>
            <a:pPr algn="l" marL="0" indent="0">
              <a:defRPr sz="2250" b="0">
                <a:solidFill>
                  <a:srgbClr val="F5F2ED"/>
                </a:solidFill>
                <a:latin typeface="Manrope"/>
                <a:ea typeface="Manrope"/>
                <a:cs typeface="Manrope"/>
              </a:defRPr>
              <a:buNone/>
            </a:pPr>
            <a:r>
              <a:rPr sz="2250" b="0">
                <a:solidFill>
                  <a:srgbClr val="F5F2ED"/>
                </a:solidFill>
                <a:latin typeface="Manrope"/>
                <a:ea typeface="Manrope"/>
                <a:cs typeface="Manrope"/>
              </a:rPr>
              <a:t>Lucas Gil Henriques</a:t>
            </a:r>
          </a:p>
          <a:p>
            <a:pPr algn="l" marL="0" indent="0">
              <a:defRPr sz="2250" b="0">
                <a:solidFill>
                  <a:srgbClr val="F5F2ED"/>
                </a:solidFill>
                <a:latin typeface="Manrope"/>
                <a:ea typeface="Manrope"/>
                <a:cs typeface="Manrope"/>
              </a:defRPr>
              <a:buNone/>
            </a:pPr>
            <a:r>
              <a:rPr sz="2250" b="0">
                <a:solidFill>
                  <a:srgbClr val="F5F2ED"/>
                </a:solidFill>
                <a:latin typeface="Manrope"/>
                <a:ea typeface="Manrope"/>
                <a:cs typeface="Manrope"/>
              </a:rPr>
              <a:t>@lghfilms</a:t>
            </a:r>
          </a:p>
          <a:p>
            <a:pPr algn="l" marL="0" indent="0">
              <a:defRPr sz="2250" b="0">
                <a:solidFill>
                  <a:srgbClr val="F5F2ED"/>
                </a:solidFill>
                <a:latin typeface="Manrope"/>
                <a:ea typeface="Manrope"/>
                <a:cs typeface="Manrope"/>
              </a:defRPr>
              <a:buNone/>
            </a:pPr>
            <a:r>
              <a:rPr sz="2250" b="0">
                <a:solidFill>
                  <a:srgbClr val="F5F2ED"/>
                </a:solidFill>
                <a:latin typeface="Manrope"/>
                <a:ea typeface="Manrope"/>
                <a:cs typeface="Manrope"/>
              </a:rPr>
              <a:t>+55 11 91511-7067</a:t>
            </a:r>
          </a:p>
        </p:txBody>
      </p:sp>
    </p:spTree>
  </p:cSld>
</p:sldLayout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a288c6e5c6b54738" /><Relationship Type="http://schemas.openxmlformats.org/officeDocument/2006/relationships/slideLayout" Target="/ppt/slideLayouts/slideLayout2.xml" Id="Rbc19cd5cbe1943a3" /><Relationship Type="http://schemas.openxmlformats.org/officeDocument/2006/relationships/slideLayout" Target="/ppt/slideLayouts/slideLayout3.xml" Id="Rf5305a7f83224bef" /><Relationship Type="http://schemas.openxmlformats.org/officeDocument/2006/relationships/slideLayout" Target="/ppt/slideLayouts/slideLayout4.xml" Id="R108f3bd90aec4249" /><Relationship Type="http://schemas.openxmlformats.org/officeDocument/2006/relationships/slideLayout" Target="/ppt/slideLayouts/slideLayout5.xml" Id="Rdcabd84f44a24612" /><Relationship Type="http://schemas.openxmlformats.org/officeDocument/2006/relationships/slideLayout" Target="/ppt/slideLayouts/slideLayout6.xml" Id="Rcf567449febe4f45" /><Relationship Type="http://schemas.openxmlformats.org/officeDocument/2006/relationships/slideLayout" Target="/ppt/slideLayouts/slideLayout7.xml" Id="R842e0c424e37482b" /><Relationship Type="http://schemas.openxmlformats.org/officeDocument/2006/relationships/slideLayout" Target="/ppt/slideLayouts/slideLayout8.xml" Id="R8269fbe3925d415e" /><Relationship Type="http://schemas.openxmlformats.org/officeDocument/2006/relationships/slideLayout" Target="/ppt/slideLayouts/slideLayout9.xml" Id="R595cedd13e2340a5" /><Relationship Type="http://schemas.openxmlformats.org/officeDocument/2006/relationships/slideLayout" Target="/ppt/slideLayouts/slideLayout10.xml" Id="R3f86c5990d7144dc" /><Relationship Type="http://schemas.openxmlformats.org/officeDocument/2006/relationships/slideLayout" Target="/ppt/slideLayouts/slideLayout11.xml" Id="R927e1ec9e39e46c1" /><Relationship Type="http://schemas.openxmlformats.org/officeDocument/2006/relationships/slideLayout" Target="/ppt/slideLayouts/slideLayout12.xml" Id="R0c1262527e954c6e" /><Relationship Type="http://schemas.openxmlformats.org/officeDocument/2006/relationships/slideLayout" Target="/ppt/slideLayouts/slideLayout13.xml" Id="Rabb08c66678e437e" /></Relationships>
</file>

<file path=ppt/slideMasters/slideMaster2.xml><?xml version="1.0" encoding="utf-8"?>
<p:sldMaster xmlns:p="http://schemas.openxmlformats.org/presentationml/2006/main">
  <p:cSld name="LGH · estrutura Aotta adaptada">
    <p:bg>
      <p:bgPr>
        <a:solidFill xmlns:a="http://schemas.openxmlformats.org/drawingml/2006/main">
          <a:srgbClr val="F5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bc19cd5cbe1943a3"/>
    <p:sldLayoutId xmlns:r="http://schemas.openxmlformats.org/officeDocument/2006/relationships" id="2147483652" r:id="Rf5305a7f83224bef"/>
    <p:sldLayoutId xmlns:r="http://schemas.openxmlformats.org/officeDocument/2006/relationships" id="2147483653" r:id="R108f3bd90aec4249"/>
    <p:sldLayoutId xmlns:r="http://schemas.openxmlformats.org/officeDocument/2006/relationships" id="2147483654" r:id="Rdcabd84f44a24612"/>
    <p:sldLayoutId xmlns:r="http://schemas.openxmlformats.org/officeDocument/2006/relationships" id="2147483655" r:id="Rcf567449febe4f45"/>
    <p:sldLayoutId xmlns:r="http://schemas.openxmlformats.org/officeDocument/2006/relationships" id="2147483656" r:id="R842e0c424e37482b"/>
    <p:sldLayoutId xmlns:r="http://schemas.openxmlformats.org/officeDocument/2006/relationships" id="2147483657" r:id="R8269fbe3925d415e"/>
    <p:sldLayoutId xmlns:r="http://schemas.openxmlformats.org/officeDocument/2006/relationships" id="2147483658" r:id="R595cedd13e2340a5"/>
    <p:sldLayoutId xmlns:r="http://schemas.openxmlformats.org/officeDocument/2006/relationships" id="2147483659" r:id="R3f86c5990d7144dc"/>
    <p:sldLayoutId xmlns:r="http://schemas.openxmlformats.org/officeDocument/2006/relationships" id="2147483660" r:id="R927e1ec9e39e46c1"/>
    <p:sldLayoutId xmlns:r="http://schemas.openxmlformats.org/officeDocument/2006/relationships" id="2147483661" r:id="R0c1262527e954c6e"/>
    <p:sldLayoutId xmlns:r="http://schemas.openxmlformats.org/officeDocument/2006/relationships" id="2147483662" r:id="Rabb08c66678e437e"/>
  </p:sldLayoutIdLst>
</p:sldMaster>
</file>

<file path=ppt/slideMasters/theme/theme2.xml><?xml version="1.0" encoding="utf-8"?>
<a:theme xmlns:a="http://schemas.openxmlformats.org/drawingml/2006/main" name="ChatGPT">
  <a:themeElements>
    <a:clrScheme name="Lucas Gil Films">
      <a:dk1>
        <a:srgbClr val="000000"/>
      </a:dk1>
      <a:lt1>
        <a:srgbClr val="FFFFFF"/>
      </a:lt1>
      <a:dk2>
        <a:srgbClr val="171513"/>
      </a:dk2>
      <a:lt2>
        <a:srgbClr val="F5F2ED"/>
      </a:lt2>
      <a:accent1>
        <a:srgbClr val="FA6404"/>
      </a:accent1>
      <a:accent2>
        <a:srgbClr val="C44700"/>
      </a:accent2>
      <a:accent3>
        <a:srgbClr val="E2725B"/>
      </a:accent3>
      <a:accent4>
        <a:srgbClr val="D58D8D"/>
      </a:accent4>
      <a:accent5>
        <a:srgbClr val="FFDD44"/>
      </a:accent5>
      <a:accent6>
        <a:srgbClr val="B5AFA7"/>
      </a:accent6>
      <a:hlink>
        <a:srgbClr val="C44700"/>
      </a:hlink>
      <a:folHlink>
        <a:srgbClr val="E2725B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Lucas Gil Film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Lucas Gil Films">
      <a:dk1>
        <a:srgbClr val="000000"/>
      </a:dk1>
      <a:lt1>
        <a:srgbClr val="FFFFFF"/>
      </a:lt1>
      <a:dk2>
        <a:srgbClr val="171513"/>
      </a:dk2>
      <a:lt2>
        <a:srgbClr val="F5F2ED"/>
      </a:lt2>
      <a:accent1>
        <a:srgbClr val="FA6404"/>
      </a:accent1>
      <a:accent2>
        <a:srgbClr val="C44700"/>
      </a:accent2>
      <a:accent3>
        <a:srgbClr val="E2725B"/>
      </a:accent3>
      <a:accent4>
        <a:srgbClr val="D58D8D"/>
      </a:accent4>
      <a:accent5>
        <a:srgbClr val="FFDD44"/>
      </a:accent5>
      <a:accent6>
        <a:srgbClr val="B5AFA7"/>
      </a:accent6>
      <a:hlink>
        <a:srgbClr val="C44700"/>
      </a:hlink>
      <a:folHlink>
        <a:srgbClr val="E2725B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Lucas Gil Film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2.xml" Id="Re1eccc1d7d4f4088" /><ns0:Relationship Type="http://schemas.openxmlformats.org/officeDocument/2006/relationships/notesSlide" Target="/ppt/notesSlides/notesSlide1.xml" Id="R8eaa5a309c1f4cff" /></ns0:Relationships>
</file>

<file path=ppt/slides/_rels/slide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3.xml" Id="R1a6ae0da7dec4458" /><ns0:Relationship Type="http://schemas.openxmlformats.org/officeDocument/2006/relationships/notesSlide" Target="/ppt/notesSlides/notesSlide2.xml" Id="R1f85e0e3abb747d9" /></ns0:Relationships>
</file>

<file path=ppt/slides/_rels/slide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4.xml" Id="R772c3df772ce43e1" /><ns0:Relationship Type="http://schemas.openxmlformats.org/officeDocument/2006/relationships/notesSlide" Target="/ppt/notesSlides/notesSlide3.xml" Id="Rbe5e29e1c9bd4771" /></ns0:Relationships>
</file>

<file path=ppt/slides/_rels/slide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5.xml" Id="Rde21bb169f8a4638" /><ns0:Relationship Type="http://schemas.openxmlformats.org/officeDocument/2006/relationships/notesSlide" Target="/ppt/notesSlides/notesSlide4.xml" Id="R32c5805b175941e6" /></ns0:Relationships>
</file>

<file path=ppt/slides/_rels/slide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ea047d69ad904777" /><ns0:Relationship Type="http://schemas.openxmlformats.org/officeDocument/2006/relationships/notesSlide" Target="/ppt/notesSlides/notesSlide5.xml" Id="Ra055448c93564f13" /></ns0:Relationships>
</file>

<file path=ppt/slides/_rels/slide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48af8fe190444bb6" /><ns0:Relationship Type="http://schemas.openxmlformats.org/officeDocument/2006/relationships/notesSlide" Target="/ppt/notesSlides/notesSlide6.xml" Id="Rc88f00696eb54f12" /></ns0:Relationships>
</file>

<file path=ppt/slides/_rels/slide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8.xml" Id="R3a1bf779424c42c1" /><ns0:Relationship Type="http://schemas.openxmlformats.org/officeDocument/2006/relationships/notesSlide" Target="/ppt/notesSlides/notesSlide7.xml" Id="R18f7543b0660464e" /></ns0:Relationships>
</file>

<file path=ppt/slides/_rels/slide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9.xml" Id="R61b6efb1abfd4580" /><ns0:Relationship Type="http://schemas.openxmlformats.org/officeDocument/2006/relationships/notesSlide" Target="/ppt/notesSlides/notesSlide8.xml" Id="R606fa8b7ee1e4058" /></ns0:Relationships>
</file>

<file path=ppt/slides/_rels/slide9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0.xml" Id="R1b835d9eccd34ad4" /><ns0:Relationship Type="http://schemas.openxmlformats.org/officeDocument/2006/relationships/notesSlide" Target="/ppt/notesSlides/notesSlide9.xml" Id="R7353818cc95640e6" /></ns0:Relationships>
</file>

<file path=ppt/slides/_rels/slide10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1.xml" Id="R97941e9c8fb3485b" /><ns0:Relationship Type="http://schemas.openxmlformats.org/officeDocument/2006/relationships/notesSlide" Target="/ppt/notesSlides/notesSlide10.xml" Id="Reb7df1ff6cbc4114" /></ns0:Relationships>
</file>

<file path=ppt/slides/_rels/slide1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2.xml" Id="R9f087513b1be46fe" /><ns0:Relationship Type="http://schemas.openxmlformats.org/officeDocument/2006/relationships/notesSlide" Target="/ppt/notesSlides/notesSlide11.xml" Id="Rce4dd9c28f9d4237" /></ns0:Relationships>
</file>

<file path=ppt/slides/_rels/slide1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3.xml" Id="Ra14fca8503ce4f6f" /><ns0:Relationship Type="http://schemas.openxmlformats.org/officeDocument/2006/relationships/notesSlide" Target="/ppt/notesSlides/notesSlide12.xml" Id="R89db9b6a676c4ed8" /></ns0:Relationships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" name="LGH_PLACEHOLDER_title_0">
            <a:extLst>
              <a:ext uri="{FF2B5EF4-FFF2-40B4-BE49-F238E27FC236}">
                <ns2:creationId id="{49CBF86C-A85C-42EF-95D1-2473C64F24BE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548640" y="2219325"/>
            <a:ext cx="57150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marL="0" indent="0">
              <a:buNone/>
            </a:lvl1pPr>
            <a:lvl2pPr marL="0" indent="0">
              <a:buNone/>
            </a:lvl2pPr>
            <a:lvl3pPr marL="0" indent="0">
              <a:buNone/>
            </a:lvl3pPr>
            <a:lvl4pPr marL="0" indent="0">
              <a:buNone/>
            </a:lvl4pPr>
            <a:lvl5pPr marL="0" indent="0">
              <a:buNone/>
            </a:lvl5pPr>
            <a:lvl6pPr marL="0" indent="0">
              <a:buNone/>
            </a:lvl6pPr>
            <a:lvl7pPr marL="0" indent="0">
              <a:buNone/>
            </a:lvl7pPr>
            <a:lvl8pPr marL="0" indent="0">
              <a:buNone/>
            </a:lvl8pPr>
            <a:lvl9pPr marL="0" indent="0">
              <a:buNone/>
            </a:lvl9pPr>
          </a:lstStyle>
          <a:p>
            <a:pPr algn="l" marL="0" indent="0">
              <a:defRPr sz="4350" b="0">
                <a:solidFill>
                  <a:srgbClr val="171513"/>
                </a:solidFill>
                <a:latin typeface="Space Grotesk SemiBold"/>
                <a:ea typeface="Space Grotesk SemiBold"/>
                <a:cs typeface="Space Grotesk SemiBold"/>
              </a:defRPr>
              <a:buNone/>
            </a:pPr>
            <a:r>
              <a:rPr sz="4350" b="0">
                <a:solidFill>
                  <a:srgbClr val="171513"/>
                </a:solidFill>
                <a:latin typeface="Space Grotesk SemiBold"/>
                <a:ea typeface="Space Grotesk SemiBold"/>
                <a:cs typeface="Space Grotesk SemiBold"/>
              </a:rPr>
              <a:t>[Projeto]</a:t>
            </a:r>
          </a:p>
        </p:txBody>
      </p:sp>
      <p:sp>
        <p:nvSpPr>
          <p:cNvPr id="3" name="LGH_PLACEHOLDER_subtitle_1">
            <a:extLst>
              <a:ext uri="{FF2B5EF4-FFF2-40B4-BE49-F238E27FC236}">
                <ns2:creationId id="{FD58ECC7-0651-41DD-B1F0-55827121D6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" y="3429000"/>
            <a:ext cx="5715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marL="0" indent="0">
              <a:buNone/>
            </a:lvl1pPr>
            <a:lvl2pPr marL="0" indent="0">
              <a:buNone/>
            </a:lvl2pPr>
            <a:lvl3pPr marL="0" indent="0">
              <a:buNone/>
            </a:lvl3pPr>
            <a:lvl4pPr marL="0" indent="0">
              <a:buNone/>
            </a:lvl4pPr>
            <a:lvl5pPr marL="0" indent="0">
              <a:buNone/>
            </a:lvl5pPr>
            <a:lvl6pPr marL="0" indent="0">
              <a:buNone/>
            </a:lvl6pPr>
            <a:lvl7pPr marL="0" indent="0">
              <a:buNone/>
            </a:lvl7pPr>
            <a:lvl8pPr marL="0" indent="0">
              <a:buNone/>
            </a:lvl8pPr>
            <a:lvl9pPr marL="0" indent="0">
              <a:buNone/>
            </a:lvl9pPr>
          </a:lstStyle>
          <a:p>
            <a:pPr algn="l" marL="0" indent="0">
              <a:defRPr sz="2100" b="0">
                <a:solidFill>
                  <a:srgbClr val="171513"/>
                </a:solidFill>
                <a:latin typeface="Manrope"/>
                <a:ea typeface="Manrope"/>
                <a:cs typeface="Manrope"/>
              </a:defRPr>
              <a:buNone/>
            </a:pPr>
            <a:r>
              <a:rPr sz="2100" b="0">
                <a:solidFill>
                  <a:srgbClr val="171513"/>
                </a:solidFill>
                <a:latin typeface="Manrope"/>
                <a:ea typeface="Manrope"/>
                <a:cs typeface="Manrope"/>
              </a:rPr>
              <a:t>[Descrição da apresentação]</a:t>
            </a:r>
          </a:p>
        </p:txBody>
      </p:sp>
      <p:sp>
        <p:nvSpPr>
          <p:cNvPr id="4" name="LGH_PLACEHOLDER_body_2">
            <a:extLst>
              <a:ext uri="{FF2B5EF4-FFF2-40B4-BE49-F238E27FC236}">
                <ns2:creationId id="{F0D30BC9-8BB9-4625-A2F8-3C9C2232437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48640" y="5105400"/>
            <a:ext cx="514350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marL="0" indent="0">
              <a:buNone/>
            </a:lvl1pPr>
            <a:lvl2pPr marL="0" indent="0">
              <a:buNone/>
            </a:lvl2pPr>
            <a:lvl3pPr marL="0" indent="0">
              <a:buNone/>
            </a:lvl3pPr>
            <a:lvl4pPr marL="0" indent="0">
              <a:buNone/>
            </a:lvl4pPr>
            <a:lvl5pPr marL="0" indent="0">
              <a:buNone/>
            </a:lvl5pPr>
            <a:lvl6pPr marL="0" indent="0">
              <a:buNone/>
            </a:lvl6pPr>
            <a:lvl7pPr marL="0" indent="0">
              <a:buNone/>
            </a:lvl7pPr>
            <a:lvl8pPr marL="0" indent="0">
              <a:buNone/>
            </a:lvl8pPr>
            <a:lvl9pPr marL="0" indent="0">
              <a:buNone/>
            </a:lvl9pPr>
          </a:lstStyle>
          <a:p>
            <a:pPr algn="l" marL="0" indent="0">
              <a:defRPr sz="1725" b="0">
                <a:solidFill>
                  <a:srgbClr val="171513"/>
                </a:solidFill>
                <a:latin typeface="Manrope"/>
                <a:ea typeface="Manrope"/>
                <a:cs typeface="Manrope"/>
              </a:defRPr>
              <a:buNone/>
            </a:pPr>
            <a:r>
              <a:rPr sz="1725" b="0">
                <a:solidFill>
                  <a:srgbClr val="171513"/>
                </a:solidFill>
                <a:latin typeface="Manrope"/>
                <a:ea typeface="Manrope"/>
                <a:cs typeface="Manrope"/>
              </a:rPr>
              <a:t>[Cliente]</a:t>
            </a:r>
          </a:p>
          <a:p>
            <a:pPr algn="l" marL="0" indent="0">
              <a:defRPr sz="1725" b="0">
                <a:solidFill>
                  <a:srgbClr val="171513"/>
                </a:solidFill>
                <a:latin typeface="Manrope"/>
                <a:ea typeface="Manrope"/>
                <a:cs typeface="Manrope"/>
              </a:defRPr>
              <a:buNone/>
            </a:pPr>
            <a:r>
              <a:rPr sz="1725" b="0">
                <a:solidFill>
                  <a:srgbClr val="171513"/>
                </a:solidFill>
                <a:latin typeface="Manrope"/>
                <a:ea typeface="Manrope"/>
                <a:cs typeface="Manrope"/>
              </a:rPr>
              <a:t>[Data]</a:t>
            </a:r>
          </a:p>
        </p:txBody>
      </p:sp>
      <p:sp>
        <p:nvSpPr>
          <p:cNvPr id="5" name="LGH_PLACEHOLDER_picture_3">
            <a:extLst>
              <a:ext uri="{FF2B5EF4-FFF2-40B4-BE49-F238E27FC236}">
                <ns2:creationId id="{C59D887B-766F-4711-9542-CD93CBEF778C}"/>
              </a:ext>
            </a:extLst>
          </p:cNvPr>
          <p:cNvSpPr>
            <a:spLocks noGrp="1"/>
          </p:cNvSpPr>
          <p:nvPr>
            <p:ph type="pic" idx="3"/>
          </p:nvPr>
        </p:nvSpPr>
        <p:spPr>
          <a:xfrm>
            <a:off x="7239000" y="1619250"/>
            <a:ext cx="4572000" cy="3524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marL="0" indent="0">
              <a:buNone/>
            </a:lvl1pPr>
            <a:lvl2pPr marL="0" indent="0">
              <a:buNone/>
            </a:lvl2pPr>
            <a:lvl3pPr marL="0" indent="0">
              <a:buNone/>
            </a:lvl3pPr>
            <a:lvl4pPr marL="0" indent="0">
              <a:buNone/>
            </a:lvl4pPr>
            <a:lvl5pPr marL="0" indent="0">
              <a:buNone/>
            </a:lvl5pPr>
            <a:lvl6pPr marL="0" indent="0">
              <a:buNone/>
            </a:lvl6pPr>
            <a:lvl7pPr marL="0" indent="0">
              <a:buNone/>
            </a:lvl7pPr>
            <a:lvl8pPr marL="0" indent="0">
              <a:buNone/>
            </a:lvl8pPr>
            <a:lvl9pPr marL="0" indent="0">
              <a:buNone/>
            </a:lvl9pPr>
          </a:lstStyle>
          <a:p>
            <a:pPr marL="0" indent="0">
              <a:buNone/>
            </a:pPr>
            <a:r>
              <a:t/>
            </a:r>
          </a:p>
        </p:txBody>
      </p:sp>
    </p:spTree>
    <p:extLst>
      <p:ext uri="{BB962C8B-B14F-4D97-AF65-F5344CB8AC3E}">
        <ns3:creationId val="2063541901"/>
      </p:ext>
    </p:extLst>
  </p:cSld>
</p:sld>
</file>

<file path=ppt/slides/slide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" name="LGH_PLACEHOLDER_title_0">
            <a:extLst>
              <a:ext uri="{FF2B5EF4-FFF2-40B4-BE49-F238E27FC236}">
                <ns2:creationId id="{6D35E797-BE2C-4C38-9432-5E42B73F6666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548640" y="2219325"/>
            <a:ext cx="5715000" cy="1695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marL="0" indent="0">
              <a:buNone/>
            </a:lvl1pPr>
            <a:lvl2pPr marL="0" indent="0">
              <a:buNone/>
            </a:lvl2pPr>
            <a:lvl3pPr marL="0" indent="0">
              <a:buNone/>
            </a:lvl3pPr>
            <a:lvl4pPr marL="0" indent="0">
              <a:buNone/>
            </a:lvl4pPr>
            <a:lvl5pPr marL="0" indent="0">
              <a:buNone/>
            </a:lvl5pPr>
            <a:lvl6pPr marL="0" indent="0">
              <a:buNone/>
            </a:lvl6pPr>
            <a:lvl7pPr marL="0" indent="0">
              <a:buNone/>
            </a:lvl7pPr>
            <a:lvl8pPr marL="0" indent="0">
              <a:buNone/>
            </a:lvl8pPr>
            <a:lvl9pPr marL="0" indent="0">
              <a:buNone/>
            </a:lvl9pPr>
          </a:lstStyle>
          <a:p>
            <a:pPr algn="l" marL="0" indent="0">
              <a:defRPr sz="4350" b="0">
                <a:solidFill>
                  <a:srgbClr val="171513"/>
                </a:solidFill>
                <a:latin typeface="Space Grotesk SemiBold"/>
                <a:ea typeface="Space Grotesk SemiBold"/>
                <a:cs typeface="Space Grotesk SemiBold"/>
              </a:defRPr>
              <a:buNone/>
            </a:pPr>
            <a:r>
              <a:rPr sz="4350" b="0">
                <a:solidFill>
                  <a:srgbClr val="171513"/>
                </a:solidFill>
                <a:latin typeface="Space Grotesk SemiBold"/>
                <a:ea typeface="Space Grotesk SemiBold"/>
                <a:cs typeface="Space Grotesk SemiBold"/>
              </a:rPr>
              <a:t>[Nome do</a:t>
            </a:r>
          </a:p>
          <a:p>
            <a:pPr algn="l" marL="0" indent="0">
              <a:defRPr sz="4350" b="0">
                <a:solidFill>
                  <a:srgbClr val="171513"/>
                </a:solidFill>
                <a:latin typeface="Space Grotesk SemiBold"/>
                <a:ea typeface="Space Grotesk SemiBold"/>
                <a:cs typeface="Space Grotesk SemiBold"/>
              </a:defRPr>
              <a:buNone/>
            </a:pPr>
            <a:r>
              <a:rPr sz="4350" b="0">
                <a:solidFill>
                  <a:srgbClr val="171513"/>
                </a:solidFill>
                <a:latin typeface="Space Grotesk SemiBold"/>
                <a:ea typeface="Space Grotesk SemiBold"/>
                <a:cs typeface="Space Grotesk SemiBold"/>
              </a:rPr>
              <a:t>projeto]</a:t>
            </a:r>
          </a:p>
        </p:txBody>
      </p:sp>
      <p:sp>
        <p:nvSpPr>
          <p:cNvPr id="3" name="LGH_PLACEHOLDER_subtitle_1">
            <a:extLst>
              <a:ext uri="{FF2B5EF4-FFF2-40B4-BE49-F238E27FC236}">
                <ns2:creationId id="{376A51C9-4108-4FA3-8014-07C214B3C9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" y="4057650"/>
            <a:ext cx="5715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marL="0" indent="0">
              <a:buNone/>
            </a:lvl1pPr>
            <a:lvl2pPr marL="0" indent="0">
              <a:buNone/>
            </a:lvl2pPr>
            <a:lvl3pPr marL="0" indent="0">
              <a:buNone/>
            </a:lvl3pPr>
            <a:lvl4pPr marL="0" indent="0">
              <a:buNone/>
            </a:lvl4pPr>
            <a:lvl5pPr marL="0" indent="0">
              <a:buNone/>
            </a:lvl5pPr>
            <a:lvl6pPr marL="0" indent="0">
              <a:buNone/>
            </a:lvl6pPr>
            <a:lvl7pPr marL="0" indent="0">
              <a:buNone/>
            </a:lvl7pPr>
            <a:lvl8pPr marL="0" indent="0">
              <a:buNone/>
            </a:lvl8pPr>
            <a:lvl9pPr marL="0" indent="0">
              <a:buNone/>
            </a:lvl9pPr>
          </a:lstStyle>
          <a:p>
            <a:pPr algn="l" marL="0" indent="0">
              <a:defRPr sz="2100" b="0">
                <a:solidFill>
                  <a:srgbClr val="171513"/>
                </a:solidFill>
                <a:latin typeface="Manrope"/>
                <a:ea typeface="Manrope"/>
                <a:cs typeface="Manrope"/>
              </a:defRPr>
              <a:buNone/>
            </a:pPr>
            <a:r>
              <a:rPr sz="2100" b="0">
                <a:solidFill>
                  <a:srgbClr val="171513"/>
                </a:solidFill>
                <a:latin typeface="Manrope"/>
                <a:ea typeface="Manrope"/>
                <a:cs typeface="Manrope"/>
              </a:rPr>
              <a:t>[Descrição da apresentação]</a:t>
            </a:r>
          </a:p>
        </p:txBody>
      </p:sp>
      <p:sp>
        <p:nvSpPr>
          <p:cNvPr id="4" name="LGH_PLACEHOLDER_body_2">
            <a:extLst>
              <a:ext uri="{FF2B5EF4-FFF2-40B4-BE49-F238E27FC236}">
                <ns2:creationId id="{0D92AB3A-07A6-4F82-B2BE-9290C0ACA2D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48640" y="5105400"/>
            <a:ext cx="514350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marL="0" indent="0">
              <a:buNone/>
            </a:lvl1pPr>
            <a:lvl2pPr marL="0" indent="0">
              <a:buNone/>
            </a:lvl2pPr>
            <a:lvl3pPr marL="0" indent="0">
              <a:buNone/>
            </a:lvl3pPr>
            <a:lvl4pPr marL="0" indent="0">
              <a:buNone/>
            </a:lvl4pPr>
            <a:lvl5pPr marL="0" indent="0">
              <a:buNone/>
            </a:lvl5pPr>
            <a:lvl6pPr marL="0" indent="0">
              <a:buNone/>
            </a:lvl6pPr>
            <a:lvl7pPr marL="0" indent="0">
              <a:buNone/>
            </a:lvl7pPr>
            <a:lvl8pPr marL="0" indent="0">
              <a:buNone/>
            </a:lvl8pPr>
            <a:lvl9pPr marL="0" indent="0">
              <a:buNone/>
            </a:lvl9pPr>
          </a:lstStyle>
          <a:p>
            <a:pPr algn="l" marL="0" indent="0">
              <a:defRPr sz="1725" b="0">
                <a:solidFill>
                  <a:srgbClr val="171513"/>
                </a:solidFill>
                <a:latin typeface="Manrope"/>
                <a:ea typeface="Manrope"/>
                <a:cs typeface="Manrope"/>
              </a:defRPr>
              <a:buNone/>
            </a:pPr>
            <a:r>
              <a:rPr sz="1725" b="0">
                <a:solidFill>
                  <a:srgbClr val="171513"/>
                </a:solidFill>
                <a:latin typeface="Manrope"/>
                <a:ea typeface="Manrope"/>
                <a:cs typeface="Manrope"/>
              </a:rPr>
              <a:t>[Cliente]</a:t>
            </a:r>
          </a:p>
          <a:p>
            <a:pPr algn="l" marL="0" indent="0">
              <a:defRPr sz="1725" b="0">
                <a:solidFill>
                  <a:srgbClr val="171513"/>
                </a:solidFill>
                <a:latin typeface="Manrope"/>
                <a:ea typeface="Manrope"/>
                <a:cs typeface="Manrope"/>
              </a:defRPr>
              <a:buNone/>
            </a:pPr>
            <a:r>
              <a:rPr sz="1725" b="0">
                <a:solidFill>
                  <a:srgbClr val="171513"/>
                </a:solidFill>
                <a:latin typeface="Manrope"/>
                <a:ea typeface="Manrope"/>
                <a:cs typeface="Manrope"/>
              </a:rPr>
              <a:t>[Data]</a:t>
            </a:r>
          </a:p>
        </p:txBody>
      </p:sp>
      <p:sp>
        <p:nvSpPr>
          <p:cNvPr id="5" name="LGH_PLACEHOLDER_picture_3">
            <a:extLst>
              <a:ext uri="{FF2B5EF4-FFF2-40B4-BE49-F238E27FC236}">
                <ns2:creationId id="{99D3A5DA-C18C-4C33-A90C-D18C004A02CD}"/>
              </a:ext>
            </a:extLst>
          </p:cNvPr>
          <p:cNvSpPr>
            <a:spLocks noGrp="1"/>
          </p:cNvSpPr>
          <p:nvPr>
            <p:ph type="pic" idx="3"/>
          </p:nvPr>
        </p:nvSpPr>
        <p:spPr>
          <a:xfrm>
            <a:off x="7239000" y="1619250"/>
            <a:ext cx="4572000" cy="3524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marL="0" indent="0">
              <a:buNone/>
            </a:lvl1pPr>
            <a:lvl2pPr marL="0" indent="0">
              <a:buNone/>
            </a:lvl2pPr>
            <a:lvl3pPr marL="0" indent="0">
              <a:buNone/>
            </a:lvl3pPr>
            <a:lvl4pPr marL="0" indent="0">
              <a:buNone/>
            </a:lvl4pPr>
            <a:lvl5pPr marL="0" indent="0">
              <a:buNone/>
            </a:lvl5pPr>
            <a:lvl6pPr marL="0" indent="0">
              <a:buNone/>
            </a:lvl6pPr>
            <a:lvl7pPr marL="0" indent="0">
              <a:buNone/>
            </a:lvl7pPr>
            <a:lvl8pPr marL="0" indent="0">
              <a:buNone/>
            </a:lvl8pPr>
            <a:lvl9pPr marL="0" indent="0">
              <a:buNone/>
            </a:lvl9pPr>
          </a:lstStyle>
          <a:p>
            <a:pPr marL="0" indent="0">
              <a:buNone/>
            </a:pPr>
            <a:r>
              <a:t/>
            </a:r>
          </a:p>
        </p:txBody>
      </p:sp>
    </p:spTree>
    <p:extLst>
      <p:ext uri="{BB962C8B-B14F-4D97-AF65-F5344CB8AC3E}">
        <ns3:creationId val="2014108046"/>
      </p:ext>
    </p:extLst>
  </p:cSld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171513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" name="LGH_PLACEHOLDER_subtitle_1">
            <a:extLst>
              <a:ext uri="{FF2B5EF4-FFF2-40B4-BE49-F238E27FC236}">
                <ns2:creationId id="{B2B11334-7DE4-4127-83B0-BA16FCFFBB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" y="2171700"/>
            <a:ext cx="1905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marL="0" indent="0">
              <a:buNone/>
            </a:lvl1pPr>
            <a:lvl2pPr marL="0" indent="0">
              <a:buNone/>
            </a:lvl2pPr>
            <a:lvl3pPr marL="0" indent="0">
              <a:buNone/>
            </a:lvl3pPr>
            <a:lvl4pPr marL="0" indent="0">
              <a:buNone/>
            </a:lvl4pPr>
            <a:lvl5pPr marL="0" indent="0">
              <a:buNone/>
            </a:lvl5pPr>
            <a:lvl6pPr marL="0" indent="0">
              <a:buNone/>
            </a:lvl6pPr>
            <a:lvl7pPr marL="0" indent="0">
              <a:buNone/>
            </a:lvl7pPr>
            <a:lvl8pPr marL="0" indent="0">
              <a:buNone/>
            </a:lvl8pPr>
            <a:lvl9pPr marL="0" indent="0">
              <a:buNone/>
            </a:lvl9pPr>
          </a:lstStyle>
          <a:p>
            <a:pPr algn="l" marL="0" indent="0">
              <a:defRPr sz="2850" b="0">
                <a:solidFill>
                  <a:srgbClr val="FA6404"/>
                </a:solidFill>
                <a:latin typeface="Space Grotesk SemiBold"/>
                <a:ea typeface="Space Grotesk SemiBold"/>
                <a:cs typeface="Space Grotesk SemiBold"/>
              </a:defRPr>
              <a:buNone/>
            </a:pPr>
            <a:r>
              <a:rPr sz="2850" b="0">
                <a:solidFill>
                  <a:srgbClr val="FA6404"/>
                </a:solidFill>
                <a:latin typeface="Space Grotesk SemiBold"/>
                <a:ea typeface="Space Grotesk SemiBold"/>
                <a:cs typeface="Space Grotesk SemiBold"/>
              </a:rPr>
              <a:t>01</a:t>
            </a:r>
          </a:p>
        </p:txBody>
      </p:sp>
      <p:sp>
        <p:nvSpPr>
          <p:cNvPr id="3" name="LGH_PLACEHOLDER_title_0">
            <a:extLst>
              <a:ext uri="{FF2B5EF4-FFF2-40B4-BE49-F238E27FC236}">
                <ns2:creationId id="{F096DB46-8845-4A9F-B010-9202612DE0D0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548640" y="2857500"/>
            <a:ext cx="10001250" cy="1476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marL="0" indent="0">
              <a:buNone/>
            </a:lvl1pPr>
            <a:lvl2pPr marL="0" indent="0">
              <a:buNone/>
            </a:lvl2pPr>
            <a:lvl3pPr marL="0" indent="0">
              <a:buNone/>
            </a:lvl3pPr>
            <a:lvl4pPr marL="0" indent="0">
              <a:buNone/>
            </a:lvl4pPr>
            <a:lvl5pPr marL="0" indent="0">
              <a:buNone/>
            </a:lvl5pPr>
            <a:lvl6pPr marL="0" indent="0">
              <a:buNone/>
            </a:lvl6pPr>
            <a:lvl7pPr marL="0" indent="0">
              <a:buNone/>
            </a:lvl7pPr>
            <a:lvl8pPr marL="0" indent="0">
              <a:buNone/>
            </a:lvl8pPr>
            <a:lvl9pPr marL="0" indent="0">
              <a:buNone/>
            </a:lvl9pPr>
          </a:lstStyle>
          <a:p>
            <a:pPr algn="l" marL="0" indent="0">
              <a:defRPr sz="4650" b="0">
                <a:solidFill>
                  <a:srgbClr val="F5F2ED"/>
                </a:solidFill>
                <a:latin typeface="Space Grotesk SemiBold"/>
                <a:ea typeface="Space Grotesk SemiBold"/>
                <a:cs typeface="Space Grotesk SemiBold"/>
              </a:defRPr>
              <a:buNone/>
            </a:pPr>
            <a:r>
              <a:rPr sz="4650" b="0">
                <a:solidFill>
                  <a:srgbClr val="F5F2ED"/>
                </a:solidFill>
                <a:latin typeface="Space Grotesk SemiBold"/>
                <a:ea typeface="Space Grotesk SemiBold"/>
                <a:cs typeface="Space Grotesk SemiBold"/>
              </a:rPr>
              <a:t>[Nome da</a:t>
            </a:r>
          </a:p>
          <a:p>
            <a:pPr algn="l" marL="0" indent="0">
              <a:defRPr sz="4650" b="0">
                <a:solidFill>
                  <a:srgbClr val="F5F2ED"/>
                </a:solidFill>
                <a:latin typeface="Space Grotesk SemiBold"/>
                <a:ea typeface="Space Grotesk SemiBold"/>
                <a:cs typeface="Space Grotesk SemiBold"/>
              </a:defRPr>
              <a:buNone/>
            </a:pPr>
            <a:r>
              <a:rPr sz="4650" b="0">
                <a:solidFill>
                  <a:srgbClr val="F5F2ED"/>
                </a:solidFill>
                <a:latin typeface="Space Grotesk SemiBold"/>
                <a:ea typeface="Space Grotesk SemiBold"/>
                <a:cs typeface="Space Grotesk SemiBold"/>
              </a:rPr>
              <a:t>seção]</a:t>
            </a:r>
          </a:p>
        </p:txBody>
      </p:sp>
      <p:sp>
        <p:nvSpPr>
          <p:cNvPr id="4" name="LGH_PLACEHOLDER_body_2">
            <a:extLst>
              <a:ext uri="{FF2B5EF4-FFF2-40B4-BE49-F238E27FC236}">
                <ns2:creationId id="{BD230612-2CD8-4463-B4C1-8D8B1A93C2F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48640" y="4772025"/>
            <a:ext cx="100012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marL="0" indent="0">
              <a:buNone/>
            </a:lvl1pPr>
            <a:lvl2pPr marL="0" indent="0">
              <a:buNone/>
            </a:lvl2pPr>
            <a:lvl3pPr marL="0" indent="0">
              <a:buNone/>
            </a:lvl3pPr>
            <a:lvl4pPr marL="0" indent="0">
              <a:buNone/>
            </a:lvl4pPr>
            <a:lvl5pPr marL="0" indent="0">
              <a:buNone/>
            </a:lvl5pPr>
            <a:lvl6pPr marL="0" indent="0">
              <a:buNone/>
            </a:lvl6pPr>
            <a:lvl7pPr marL="0" indent="0">
              <a:buNone/>
            </a:lvl7pPr>
            <a:lvl8pPr marL="0" indent="0">
              <a:buNone/>
            </a:lvl8pPr>
            <a:lvl9pPr marL="0" indent="0">
              <a:buNone/>
            </a:lvl9pPr>
          </a:lstStyle>
          <a:p>
            <a:pPr algn="l" marL="0" indent="0">
              <a:defRPr sz="2100" b="0">
                <a:solidFill>
                  <a:srgbClr val="F5F2ED"/>
                </a:solidFill>
                <a:latin typeface="Manrope"/>
                <a:ea typeface="Manrope"/>
                <a:cs typeface="Manrope"/>
              </a:defRPr>
              <a:buNone/>
            </a:pPr>
            <a:r>
              <a:rPr sz="2100" b="0">
                <a:solidFill>
                  <a:srgbClr val="F5F2ED"/>
                </a:solidFill>
                <a:latin typeface="Manrope"/>
                <a:ea typeface="Manrope"/>
                <a:cs typeface="Manrope"/>
              </a:rPr>
              <a:t>[Uma frase para apresentar esta parte]</a:t>
            </a:r>
          </a:p>
        </p:txBody>
      </p:sp>
    </p:spTree>
    <p:extLst>
      <p:ext uri="{BB962C8B-B14F-4D97-AF65-F5344CB8AC3E}">
        <ns3:creationId val="189134099"/>
      </p:ext>
    </p:extLst>
  </p:cSld>
</p:sld>
</file>

<file path=ppt/slides/slide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" name="LGH_PLACEHOLDER_body_90">
            <a:extLst>
              <a:ext uri="{FF2B5EF4-FFF2-40B4-BE49-F238E27FC236}">
                <ns2:creationId id="{8F934F35-3EBE-4174-8559-3172DECDBFBD}"/>
              </a:ext>
            </a:extLst>
          </p:cNvPr>
          <p:cNvSpPr>
            <a:spLocks noGrp="1"/>
          </p:cNvSpPr>
          <p:nvPr>
            <p:ph type="body" idx="90"/>
          </p:nvPr>
        </p:nvSpPr>
        <p:spPr>
          <a:xfrm>
            <a:off x="2428875" y="6448425"/>
            <a:ext cx="6858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marL="0" indent="0">
              <a:buNone/>
            </a:lvl1pPr>
            <a:lvl2pPr marL="0" indent="0">
              <a:buNone/>
            </a:lvl2pPr>
            <a:lvl3pPr marL="0" indent="0">
              <a:buNone/>
            </a:lvl3pPr>
            <a:lvl4pPr marL="0" indent="0">
              <a:buNone/>
            </a:lvl4pPr>
            <a:lvl5pPr marL="0" indent="0">
              <a:buNone/>
            </a:lvl5pPr>
            <a:lvl6pPr marL="0" indent="0">
              <a:buNone/>
            </a:lvl6pPr>
            <a:lvl7pPr marL="0" indent="0">
              <a:buNone/>
            </a:lvl7pPr>
            <a:lvl8pPr marL="0" indent="0">
              <a:buNone/>
            </a:lvl8pPr>
            <a:lvl9pPr marL="0" indent="0">
              <a:buNone/>
            </a:lvl9pPr>
          </a:lstStyle>
          <a:p>
            <a:pPr algn="l" marL="0" indent="0">
              <a:defRPr sz="1050" b="0">
                <a:solidFill>
                  <a:srgbClr val="66615B"/>
                </a:solidFill>
                <a:latin typeface="Manrope"/>
                <a:ea typeface="Manrope"/>
                <a:cs typeface="Manrope"/>
              </a:defRPr>
              <a:buNone/>
            </a:pPr>
            <a:r>
              <a:rPr sz="1050" b="0">
                <a:solidFill>
                  <a:srgbClr val="66615B"/>
                </a:solidFill>
                <a:latin typeface="Manrope"/>
                <a:ea typeface="Manrope"/>
                <a:cs typeface="Manrope"/>
              </a:rPr>
              <a:t>[Cliente]  /  [Projeto]</a:t>
            </a:r>
          </a:p>
        </p:txBody>
      </p:sp>
      <p:sp>
        <p:nvSpPr>
          <p:cNvPr id="3" name="LGH_PLACEHOLDER_subtitle_1">
            <a:extLst>
              <a:ext uri="{FF2B5EF4-FFF2-40B4-BE49-F238E27FC236}">
                <ns2:creationId id="{74FA9DBF-C5F8-4994-B613-0BA031C7B9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" y="371475"/>
            <a:ext cx="1109472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marL="0" indent="0">
              <a:buNone/>
            </a:lvl1pPr>
            <a:lvl2pPr marL="0" indent="0">
              <a:buNone/>
            </a:lvl2pPr>
            <a:lvl3pPr marL="0" indent="0">
              <a:buNone/>
            </a:lvl3pPr>
            <a:lvl4pPr marL="0" indent="0">
              <a:buNone/>
            </a:lvl4pPr>
            <a:lvl5pPr marL="0" indent="0">
              <a:buNone/>
            </a:lvl5pPr>
            <a:lvl6pPr marL="0" indent="0">
              <a:buNone/>
            </a:lvl6pPr>
            <a:lvl7pPr marL="0" indent="0">
              <a:buNone/>
            </a:lvl7pPr>
            <a:lvl8pPr marL="0" indent="0">
              <a:buNone/>
            </a:lvl8pPr>
            <a:lvl9pPr marL="0" indent="0">
              <a:buNone/>
            </a:lvl9pPr>
          </a:lstStyle>
          <a:p>
            <a:pPr algn="l" marL="0" indent="0">
              <a:defRPr sz="1200" b="0">
                <a:solidFill>
                  <a:srgbClr val="766E65"/>
                </a:solidFill>
                <a:latin typeface="Manrope"/>
                <a:ea typeface="Manrope"/>
                <a:cs typeface="Manrope"/>
              </a:defRPr>
              <a:buNone/>
            </a:pPr>
            <a:r>
              <a:rPr sz="1200" b="0">
                <a:solidFill>
                  <a:srgbClr val="766E65"/>
                </a:solidFill>
                <a:latin typeface="Manrope"/>
                <a:ea typeface="Manrope"/>
                <a:cs typeface="Manrope"/>
              </a:rPr>
              <a:t>[SEÇÃO]</a:t>
            </a:r>
          </a:p>
        </p:txBody>
      </p:sp>
      <p:sp>
        <p:nvSpPr>
          <p:cNvPr id="4" name="LGH_PLACEHOLDER_title_0">
            <a:extLst>
              <a:ext uri="{FF2B5EF4-FFF2-40B4-BE49-F238E27FC236}">
                <ns2:creationId id="{3C4266B4-C6F6-4AC6-9FD9-3F330523F1E6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548640" y="704850"/>
            <a:ext cx="1109472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marL="0" indent="0">
              <a:buNone/>
            </a:lvl1pPr>
            <a:lvl2pPr marL="0" indent="0">
              <a:buNone/>
            </a:lvl2pPr>
            <a:lvl3pPr marL="0" indent="0">
              <a:buNone/>
            </a:lvl3pPr>
            <a:lvl4pPr marL="0" indent="0">
              <a:buNone/>
            </a:lvl4pPr>
            <a:lvl5pPr marL="0" indent="0">
              <a:buNone/>
            </a:lvl5pPr>
            <a:lvl6pPr marL="0" indent="0">
              <a:buNone/>
            </a:lvl6pPr>
            <a:lvl7pPr marL="0" indent="0">
              <a:buNone/>
            </a:lvl7pPr>
            <a:lvl8pPr marL="0" indent="0">
              <a:buNone/>
            </a:lvl8pPr>
            <a:lvl9pPr marL="0" indent="0">
              <a:buNone/>
            </a:lvl9pPr>
          </a:lstStyle>
          <a:p>
            <a:pPr algn="l" marL="0" indent="0">
              <a:defRPr sz="3300" b="0">
                <a:solidFill>
                  <a:srgbClr val="171513"/>
                </a:solidFill>
                <a:latin typeface="Space Grotesk SemiBold"/>
                <a:ea typeface="Space Grotesk SemiBold"/>
                <a:cs typeface="Space Grotesk SemiBold"/>
              </a:defRPr>
              <a:buNone/>
            </a:pPr>
            <a:r>
              <a:rPr sz="3300" b="0">
                <a:solidFill>
                  <a:srgbClr val="171513"/>
                </a:solidFill>
                <a:latin typeface="Space Grotesk SemiBold"/>
                <a:ea typeface="Space Grotesk SemiBold"/>
                <a:cs typeface="Space Grotesk SemiBold"/>
              </a:rPr>
              <a:t>[Título de uma linha]</a:t>
            </a:r>
          </a:p>
        </p:txBody>
      </p:sp>
      <p:sp>
        <p:nvSpPr>
          <p:cNvPr id="5" name="LGH_PLACEHOLDER_body_2">
            <a:extLst>
              <a:ext uri="{FF2B5EF4-FFF2-40B4-BE49-F238E27FC236}">
                <ns2:creationId id="{62880F39-E82C-4A8D-99C4-D0CE3B82BBE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48640" y="2047875"/>
            <a:ext cx="11094720" cy="3619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marL="0" indent="0">
              <a:buNone/>
            </a:lvl1pPr>
            <a:lvl2pPr marL="0" indent="0">
              <a:buNone/>
            </a:lvl2pPr>
            <a:lvl3pPr marL="0" indent="0">
              <a:buNone/>
            </a:lvl3pPr>
            <a:lvl4pPr marL="0" indent="0">
              <a:buNone/>
            </a:lvl4pPr>
            <a:lvl5pPr marL="0" indent="0">
              <a:buNone/>
            </a:lvl5pPr>
            <a:lvl6pPr marL="0" indent="0">
              <a:buNone/>
            </a:lvl6pPr>
            <a:lvl7pPr marL="0" indent="0">
              <a:buNone/>
            </a:lvl7pPr>
            <a:lvl8pPr marL="0" indent="0">
              <a:buNone/>
            </a:lvl8pPr>
            <a:lvl9pPr marL="0" indent="0">
              <a:buNone/>
            </a:lvl9pPr>
          </a:lstStyle>
          <a:p>
            <a:pPr algn="l" marL="0" indent="0">
              <a:defRPr sz="2250" b="0">
                <a:solidFill>
                  <a:srgbClr val="171513"/>
                </a:solidFill>
                <a:latin typeface="Manrope"/>
                <a:ea typeface="Manrope"/>
                <a:cs typeface="Manrope"/>
              </a:defRPr>
              <a:buNone/>
            </a:pPr>
            <a:r>
              <a:rPr sz="2250" b="0">
                <a:solidFill>
                  <a:srgbClr val="171513"/>
                </a:solidFill>
                <a:latin typeface="Manrope"/>
                <a:ea typeface="Manrope"/>
                <a:cs typeface="Manrope"/>
              </a:rPr>
              <a:t>[Texto principal da apresentação. Substitua este parágrafo pelo conteúdo do projeto.]</a:t>
            </a:r>
          </a:p>
          <a:p>
            <a:pPr marL="0" indent="0">
              <a:buNone/>
            </a:pPr>
            <a:r>
              <a:t/>
            </a:r>
          </a:p>
          <a:p>
            <a:pPr algn="l" marL="0" indent="0">
              <a:defRPr sz="2250" b="0">
                <a:solidFill>
                  <a:srgbClr val="171513"/>
                </a:solidFill>
                <a:latin typeface="Manrope"/>
                <a:ea typeface="Manrope"/>
                <a:cs typeface="Manrope"/>
              </a:defRPr>
              <a:buNone/>
            </a:pPr>
            <a:r>
              <a:rPr sz="2250" b="0">
                <a:solidFill>
                  <a:srgbClr val="171513"/>
                </a:solidFill>
                <a:latin typeface="Manrope"/>
                <a:ea typeface="Manrope"/>
                <a:cs typeface="Manrope"/>
              </a:rPr>
              <a:t>[Um segundo parágrafo pode detalhar a proposta ou registrar uma decisão.]</a:t>
            </a:r>
          </a:p>
        </p:txBody>
      </p:sp>
    </p:spTree>
    <p:extLst>
      <p:ext uri="{BB962C8B-B14F-4D97-AF65-F5344CB8AC3E}">
        <ns3:creationId val="1641928996"/>
      </p:ext>
    </p:extLst>
  </p:cSld>
</p:sld>
</file>

<file path=ppt/slides/slide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" name="LGH_PLACEHOLDER_body_90">
            <a:extLst>
              <a:ext uri="{FF2B5EF4-FFF2-40B4-BE49-F238E27FC236}">
                <ns2:creationId id="{641D5F53-4803-4F3D-A822-D6889B06AE15}"/>
              </a:ext>
            </a:extLst>
          </p:cNvPr>
          <p:cNvSpPr>
            <a:spLocks noGrp="1"/>
          </p:cNvSpPr>
          <p:nvPr>
            <p:ph type="body" idx="90"/>
          </p:nvPr>
        </p:nvSpPr>
        <p:spPr>
          <a:xfrm>
            <a:off x="2428875" y="6448425"/>
            <a:ext cx="6858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marL="0" indent="0">
              <a:buNone/>
            </a:lvl1pPr>
            <a:lvl2pPr marL="0" indent="0">
              <a:buNone/>
            </a:lvl2pPr>
            <a:lvl3pPr marL="0" indent="0">
              <a:buNone/>
            </a:lvl3pPr>
            <a:lvl4pPr marL="0" indent="0">
              <a:buNone/>
            </a:lvl4pPr>
            <a:lvl5pPr marL="0" indent="0">
              <a:buNone/>
            </a:lvl5pPr>
            <a:lvl6pPr marL="0" indent="0">
              <a:buNone/>
            </a:lvl6pPr>
            <a:lvl7pPr marL="0" indent="0">
              <a:buNone/>
            </a:lvl7pPr>
            <a:lvl8pPr marL="0" indent="0">
              <a:buNone/>
            </a:lvl8pPr>
            <a:lvl9pPr marL="0" indent="0">
              <a:buNone/>
            </a:lvl9pPr>
          </a:lstStyle>
          <a:p>
            <a:pPr algn="l" marL="0" indent="0">
              <a:defRPr sz="1050" b="0">
                <a:solidFill>
                  <a:srgbClr val="66615B"/>
                </a:solidFill>
                <a:latin typeface="Manrope"/>
                <a:ea typeface="Manrope"/>
                <a:cs typeface="Manrope"/>
              </a:defRPr>
              <a:buNone/>
            </a:pPr>
            <a:r>
              <a:rPr sz="1050" b="0">
                <a:solidFill>
                  <a:srgbClr val="66615B"/>
                </a:solidFill>
                <a:latin typeface="Manrope"/>
                <a:ea typeface="Manrope"/>
                <a:cs typeface="Manrope"/>
              </a:rPr>
              <a:t>[Cliente]  /  [Projeto]</a:t>
            </a:r>
          </a:p>
        </p:txBody>
      </p:sp>
      <p:sp>
        <p:nvSpPr>
          <p:cNvPr id="3" name="LGH_PLACEHOLDER_subtitle_1">
            <a:extLst>
              <a:ext uri="{FF2B5EF4-FFF2-40B4-BE49-F238E27FC236}">
                <ns2:creationId id="{371B0203-4F4E-43F1-92E6-0852260D69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" y="371475"/>
            <a:ext cx="1109472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marL="0" indent="0">
              <a:buNone/>
            </a:lvl1pPr>
            <a:lvl2pPr marL="0" indent="0">
              <a:buNone/>
            </a:lvl2pPr>
            <a:lvl3pPr marL="0" indent="0">
              <a:buNone/>
            </a:lvl3pPr>
            <a:lvl4pPr marL="0" indent="0">
              <a:buNone/>
            </a:lvl4pPr>
            <a:lvl5pPr marL="0" indent="0">
              <a:buNone/>
            </a:lvl5pPr>
            <a:lvl6pPr marL="0" indent="0">
              <a:buNone/>
            </a:lvl6pPr>
            <a:lvl7pPr marL="0" indent="0">
              <a:buNone/>
            </a:lvl7pPr>
            <a:lvl8pPr marL="0" indent="0">
              <a:buNone/>
            </a:lvl8pPr>
            <a:lvl9pPr marL="0" indent="0">
              <a:buNone/>
            </a:lvl9pPr>
          </a:lstStyle>
          <a:p>
            <a:pPr algn="l" marL="0" indent="0">
              <a:defRPr sz="1200" b="0">
                <a:solidFill>
                  <a:srgbClr val="766E65"/>
                </a:solidFill>
                <a:latin typeface="Manrope"/>
                <a:ea typeface="Manrope"/>
                <a:cs typeface="Manrope"/>
              </a:defRPr>
              <a:buNone/>
            </a:pPr>
            <a:r>
              <a:rPr sz="1200" b="0">
                <a:solidFill>
                  <a:srgbClr val="766E65"/>
                </a:solidFill>
                <a:latin typeface="Manrope"/>
                <a:ea typeface="Manrope"/>
                <a:cs typeface="Manrope"/>
              </a:rPr>
              <a:t>[SEÇÃO]</a:t>
            </a:r>
          </a:p>
        </p:txBody>
      </p:sp>
      <p:sp>
        <p:nvSpPr>
          <p:cNvPr id="4" name="LGH_PLACEHOLDER_title_0">
            <a:extLst>
              <a:ext uri="{FF2B5EF4-FFF2-40B4-BE49-F238E27FC236}">
                <ns2:creationId id="{111033CB-CDA2-4013-B124-0106F268EAA0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548640" y="704850"/>
            <a:ext cx="11094720" cy="1114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marL="0" indent="0">
              <a:buNone/>
            </a:lvl1pPr>
            <a:lvl2pPr marL="0" indent="0">
              <a:buNone/>
            </a:lvl2pPr>
            <a:lvl3pPr marL="0" indent="0">
              <a:buNone/>
            </a:lvl3pPr>
            <a:lvl4pPr marL="0" indent="0">
              <a:buNone/>
            </a:lvl4pPr>
            <a:lvl5pPr marL="0" indent="0">
              <a:buNone/>
            </a:lvl5pPr>
            <a:lvl6pPr marL="0" indent="0">
              <a:buNone/>
            </a:lvl6pPr>
            <a:lvl7pPr marL="0" indent="0">
              <a:buNone/>
            </a:lvl7pPr>
            <a:lvl8pPr marL="0" indent="0">
              <a:buNone/>
            </a:lvl8pPr>
            <a:lvl9pPr marL="0" indent="0">
              <a:buNone/>
            </a:lvl9pPr>
          </a:lstStyle>
          <a:p>
            <a:pPr algn="l" marL="0" indent="0">
              <a:defRPr sz="3300" b="0">
                <a:solidFill>
                  <a:srgbClr val="171513"/>
                </a:solidFill>
                <a:latin typeface="Space Grotesk SemiBold"/>
                <a:ea typeface="Space Grotesk SemiBold"/>
                <a:cs typeface="Space Grotesk SemiBold"/>
              </a:defRPr>
              <a:buNone/>
            </a:pPr>
            <a:r>
              <a:rPr sz="3300" b="0">
                <a:solidFill>
                  <a:srgbClr val="171513"/>
                </a:solidFill>
                <a:latin typeface="Space Grotesk SemiBold"/>
                <a:ea typeface="Space Grotesk SemiBold"/>
                <a:cs typeface="Space Grotesk SemiBold"/>
              </a:rPr>
              <a:t>[Título da apresentação</a:t>
            </a:r>
          </a:p>
          <a:p>
            <a:pPr algn="l" marL="0" indent="0">
              <a:defRPr sz="3300" b="0">
                <a:solidFill>
                  <a:srgbClr val="171513"/>
                </a:solidFill>
                <a:latin typeface="Space Grotesk SemiBold"/>
                <a:ea typeface="Space Grotesk SemiBold"/>
                <a:cs typeface="Space Grotesk SemiBold"/>
              </a:defRPr>
              <a:buNone/>
            </a:pPr>
            <a:r>
              <a:rPr sz="3300" b="0">
                <a:solidFill>
                  <a:srgbClr val="171513"/>
                </a:solidFill>
                <a:latin typeface="Space Grotesk SemiBold"/>
                <a:ea typeface="Space Grotesk SemiBold"/>
                <a:cs typeface="Space Grotesk SemiBold"/>
              </a:rPr>
              <a:t>em duas linhas]</a:t>
            </a:r>
          </a:p>
        </p:txBody>
      </p:sp>
      <p:sp>
        <p:nvSpPr>
          <p:cNvPr id="5" name="LGH_PLACEHOLDER_body_2">
            <a:extLst>
              <a:ext uri="{FF2B5EF4-FFF2-40B4-BE49-F238E27FC236}">
                <ns2:creationId id="{36503977-F2CF-484B-83D4-A927C8E4409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48640" y="2362200"/>
            <a:ext cx="11094720" cy="3429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marL="0" indent="0">
              <a:buNone/>
            </a:lvl1pPr>
            <a:lvl2pPr marL="0" indent="0">
              <a:buNone/>
            </a:lvl2pPr>
            <a:lvl3pPr marL="0" indent="0">
              <a:buNone/>
            </a:lvl3pPr>
            <a:lvl4pPr marL="0" indent="0">
              <a:buNone/>
            </a:lvl4pPr>
            <a:lvl5pPr marL="0" indent="0">
              <a:buNone/>
            </a:lvl5pPr>
            <a:lvl6pPr marL="0" indent="0">
              <a:buNone/>
            </a:lvl6pPr>
            <a:lvl7pPr marL="0" indent="0">
              <a:buNone/>
            </a:lvl7pPr>
            <a:lvl8pPr marL="0" indent="0">
              <a:buNone/>
            </a:lvl8pPr>
            <a:lvl9pPr marL="0" indent="0">
              <a:buNone/>
            </a:lvl9pPr>
          </a:lstStyle>
          <a:p>
            <a:pPr algn="l" marL="0" indent="0">
              <a:defRPr sz="2250" b="0">
                <a:solidFill>
                  <a:srgbClr val="171513"/>
                </a:solidFill>
                <a:latin typeface="Manrope"/>
                <a:ea typeface="Manrope"/>
                <a:cs typeface="Manrope"/>
              </a:defRPr>
              <a:buNone/>
            </a:pPr>
            <a:r>
              <a:rPr sz="2250" b="0">
                <a:solidFill>
                  <a:srgbClr val="171513"/>
                </a:solidFill>
                <a:latin typeface="Manrope"/>
                <a:ea typeface="Manrope"/>
                <a:cs typeface="Manrope"/>
              </a:rPr>
              <a:t>[Texto principal da apresentação. Explique o que precisa ser entendido neste slide.]</a:t>
            </a:r>
          </a:p>
          <a:p>
            <a:pPr marL="0" indent="0">
              <a:buNone/>
            </a:pPr>
            <a:r>
              <a:t/>
            </a:r>
          </a:p>
          <a:p>
            <a:pPr algn="l" marL="0" indent="0">
              <a:defRPr sz="2250" b="0">
                <a:solidFill>
                  <a:srgbClr val="171513"/>
                </a:solidFill>
                <a:latin typeface="Manrope"/>
                <a:ea typeface="Manrope"/>
                <a:cs typeface="Manrope"/>
              </a:defRPr>
              <a:buNone/>
            </a:pPr>
            <a:r>
              <a:rPr sz="2250" b="0">
                <a:solidFill>
                  <a:srgbClr val="171513"/>
                </a:solidFill>
                <a:latin typeface="Manrope"/>
                <a:ea typeface="Manrope"/>
                <a:cs typeface="Manrope"/>
              </a:rPr>
              <a:t>[Informação complementar ou próximo passo.]</a:t>
            </a:r>
          </a:p>
        </p:txBody>
      </p:sp>
    </p:spTree>
    <p:extLst>
      <p:ext uri="{BB962C8B-B14F-4D97-AF65-F5344CB8AC3E}">
        <ns3:creationId val="995089827"/>
      </p:ext>
    </p:extLst>
  </p:cSld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" name="LGH_PLACEHOLDER_body_90">
            <a:extLst>
              <a:ext uri="{FF2B5EF4-FFF2-40B4-BE49-F238E27FC236}">
                <ns2:creationId id="{61A14A5D-E39F-40A4-BED8-0508E00FFB25}"/>
              </a:ext>
            </a:extLst>
          </p:cNvPr>
          <p:cNvSpPr>
            <a:spLocks noGrp="1"/>
          </p:cNvSpPr>
          <p:nvPr>
            <p:ph type="body" idx="90"/>
          </p:nvPr>
        </p:nvSpPr>
        <p:spPr>
          <a:xfrm>
            <a:off x="2428875" y="6448425"/>
            <a:ext cx="6858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marL="0" indent="0">
              <a:buNone/>
            </a:lvl1pPr>
            <a:lvl2pPr marL="0" indent="0">
              <a:buNone/>
            </a:lvl2pPr>
            <a:lvl3pPr marL="0" indent="0">
              <a:buNone/>
            </a:lvl3pPr>
            <a:lvl4pPr marL="0" indent="0">
              <a:buNone/>
            </a:lvl4pPr>
            <a:lvl5pPr marL="0" indent="0">
              <a:buNone/>
            </a:lvl5pPr>
            <a:lvl6pPr marL="0" indent="0">
              <a:buNone/>
            </a:lvl6pPr>
            <a:lvl7pPr marL="0" indent="0">
              <a:buNone/>
            </a:lvl7pPr>
            <a:lvl8pPr marL="0" indent="0">
              <a:buNone/>
            </a:lvl8pPr>
            <a:lvl9pPr marL="0" indent="0">
              <a:buNone/>
            </a:lvl9pPr>
          </a:lstStyle>
          <a:p>
            <a:pPr algn="l" marL="0" indent="0">
              <a:defRPr sz="1050" b="0">
                <a:solidFill>
                  <a:srgbClr val="66615B"/>
                </a:solidFill>
                <a:latin typeface="Manrope"/>
                <a:ea typeface="Manrope"/>
                <a:cs typeface="Manrope"/>
              </a:defRPr>
              <a:buNone/>
            </a:pPr>
            <a:r>
              <a:rPr sz="1050" b="0">
                <a:solidFill>
                  <a:srgbClr val="66615B"/>
                </a:solidFill>
                <a:latin typeface="Manrope"/>
                <a:ea typeface="Manrope"/>
                <a:cs typeface="Manrope"/>
              </a:rPr>
              <a:t>[Cliente]  /  [Projeto]</a:t>
            </a:r>
          </a:p>
        </p:txBody>
      </p:sp>
      <p:sp>
        <p:nvSpPr>
          <p:cNvPr id="3" name="LGH_PLACEHOLDER_subtitle_1">
            <a:extLst>
              <a:ext uri="{FF2B5EF4-FFF2-40B4-BE49-F238E27FC236}">
                <ns2:creationId id="{1EF79DDE-8DA9-4FB2-A20F-990CF75605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" y="371475"/>
            <a:ext cx="1109472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marL="0" indent="0">
              <a:buNone/>
            </a:lvl1pPr>
            <a:lvl2pPr marL="0" indent="0">
              <a:buNone/>
            </a:lvl2pPr>
            <a:lvl3pPr marL="0" indent="0">
              <a:buNone/>
            </a:lvl3pPr>
            <a:lvl4pPr marL="0" indent="0">
              <a:buNone/>
            </a:lvl4pPr>
            <a:lvl5pPr marL="0" indent="0">
              <a:buNone/>
            </a:lvl5pPr>
            <a:lvl6pPr marL="0" indent="0">
              <a:buNone/>
            </a:lvl6pPr>
            <a:lvl7pPr marL="0" indent="0">
              <a:buNone/>
            </a:lvl7pPr>
            <a:lvl8pPr marL="0" indent="0">
              <a:buNone/>
            </a:lvl8pPr>
            <a:lvl9pPr marL="0" indent="0">
              <a:buNone/>
            </a:lvl9pPr>
          </a:lstStyle>
          <a:p>
            <a:pPr algn="l" marL="0" indent="0">
              <a:defRPr sz="1200" b="0">
                <a:solidFill>
                  <a:srgbClr val="766E65"/>
                </a:solidFill>
                <a:latin typeface="Manrope"/>
                <a:ea typeface="Manrope"/>
                <a:cs typeface="Manrope"/>
              </a:defRPr>
              <a:buNone/>
            </a:pPr>
            <a:r>
              <a:rPr sz="1200" b="0">
                <a:solidFill>
                  <a:srgbClr val="766E65"/>
                </a:solidFill>
                <a:latin typeface="Manrope"/>
                <a:ea typeface="Manrope"/>
                <a:cs typeface="Manrope"/>
              </a:rPr>
              <a:t>[SEÇÃO]</a:t>
            </a:r>
          </a:p>
        </p:txBody>
      </p:sp>
      <p:sp>
        <p:nvSpPr>
          <p:cNvPr id="4" name="LGH_PLACEHOLDER_title_0">
            <a:extLst>
              <a:ext uri="{FF2B5EF4-FFF2-40B4-BE49-F238E27FC236}">
                <ns2:creationId id="{C5BD7505-297A-4406-A0D4-38F87A70B06C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548640" y="704850"/>
            <a:ext cx="1109472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marL="0" indent="0">
              <a:buNone/>
            </a:lvl1pPr>
            <a:lvl2pPr marL="0" indent="0">
              <a:buNone/>
            </a:lvl2pPr>
            <a:lvl3pPr marL="0" indent="0">
              <a:buNone/>
            </a:lvl3pPr>
            <a:lvl4pPr marL="0" indent="0">
              <a:buNone/>
            </a:lvl4pPr>
            <a:lvl5pPr marL="0" indent="0">
              <a:buNone/>
            </a:lvl5pPr>
            <a:lvl6pPr marL="0" indent="0">
              <a:buNone/>
            </a:lvl6pPr>
            <a:lvl7pPr marL="0" indent="0">
              <a:buNone/>
            </a:lvl7pPr>
            <a:lvl8pPr marL="0" indent="0">
              <a:buNone/>
            </a:lvl8pPr>
            <a:lvl9pPr marL="0" indent="0">
              <a:buNone/>
            </a:lvl9pPr>
          </a:lstStyle>
          <a:p>
            <a:pPr algn="l" marL="0" indent="0">
              <a:defRPr sz="3300" b="0">
                <a:solidFill>
                  <a:srgbClr val="171513"/>
                </a:solidFill>
                <a:latin typeface="Space Grotesk SemiBold"/>
                <a:ea typeface="Space Grotesk SemiBold"/>
                <a:cs typeface="Space Grotesk SemiBold"/>
              </a:defRPr>
              <a:buNone/>
            </a:pPr>
            <a:r>
              <a:rPr sz="3300" b="0">
                <a:solidFill>
                  <a:srgbClr val="171513"/>
                </a:solidFill>
                <a:latin typeface="Space Grotesk SemiBold"/>
                <a:ea typeface="Space Grotesk SemiBold"/>
                <a:cs typeface="Space Grotesk SemiBold"/>
              </a:rPr>
              <a:t>[Título de uma linha]</a:t>
            </a:r>
          </a:p>
        </p:txBody>
      </p:sp>
      <p:sp>
        <p:nvSpPr>
          <p:cNvPr id="5" name="LGH_PLACEHOLDER_body_2">
            <a:extLst>
              <a:ext uri="{FF2B5EF4-FFF2-40B4-BE49-F238E27FC236}">
                <ns2:creationId id="{F7941A9C-4E69-43C3-B073-14D9B51B6E3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48640" y="2047875"/>
            <a:ext cx="5305425" cy="3638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marL="0" indent="0">
              <a:buNone/>
            </a:lvl1pPr>
            <a:lvl2pPr marL="0" indent="0">
              <a:buNone/>
            </a:lvl2pPr>
            <a:lvl3pPr marL="0" indent="0">
              <a:buNone/>
            </a:lvl3pPr>
            <a:lvl4pPr marL="0" indent="0">
              <a:buNone/>
            </a:lvl4pPr>
            <a:lvl5pPr marL="0" indent="0">
              <a:buNone/>
            </a:lvl5pPr>
            <a:lvl6pPr marL="0" indent="0">
              <a:buNone/>
            </a:lvl6pPr>
            <a:lvl7pPr marL="0" indent="0">
              <a:buNone/>
            </a:lvl7pPr>
            <a:lvl8pPr marL="0" indent="0">
              <a:buNone/>
            </a:lvl8pPr>
            <a:lvl9pPr marL="0" indent="0">
              <a:buNone/>
            </a:lvl9pPr>
          </a:lstStyle>
          <a:p>
            <a:pPr algn="l" marL="0" indent="0">
              <a:defRPr sz="2100" b="0">
                <a:solidFill>
                  <a:srgbClr val="171513"/>
                </a:solidFill>
                <a:latin typeface="Manrope"/>
                <a:ea typeface="Manrope"/>
                <a:cs typeface="Manrope"/>
              </a:defRPr>
              <a:buNone/>
            </a:pPr>
            <a:r>
              <a:rPr sz="2100" b="0">
                <a:solidFill>
                  <a:srgbClr val="171513"/>
                </a:solidFill>
                <a:latin typeface="Manrope"/>
                <a:ea typeface="Manrope"/>
                <a:cs typeface="Manrope"/>
              </a:rPr>
              <a:t>[Primeiro assunto]</a:t>
            </a:r>
          </a:p>
          <a:p>
            <a:pPr marL="0" indent="0">
              <a:buNone/>
            </a:pPr>
            <a:r>
              <a:t/>
            </a:r>
          </a:p>
          <a:p>
            <a:pPr algn="l" marL="0" indent="0">
              <a:defRPr sz="2100" b="0">
                <a:solidFill>
                  <a:srgbClr val="171513"/>
                </a:solidFill>
                <a:latin typeface="Manrope"/>
                <a:ea typeface="Manrope"/>
                <a:cs typeface="Manrope"/>
              </a:defRPr>
              <a:buNone/>
            </a:pPr>
            <a:r>
              <a:rPr sz="2100" b="0">
                <a:solidFill>
                  <a:srgbClr val="171513"/>
                </a:solidFill>
                <a:latin typeface="Manrope"/>
                <a:ea typeface="Manrope"/>
                <a:cs typeface="Manrope"/>
              </a:rPr>
              <a:t>[Descreva o primeiro ponto em um parágrafo curto.]</a:t>
            </a:r>
          </a:p>
        </p:txBody>
      </p:sp>
      <p:sp>
        <p:nvSpPr>
          <p:cNvPr id="6" name="LGH_PLACEHOLDER_body_3">
            <a:extLst>
              <a:ext uri="{FF2B5EF4-FFF2-40B4-BE49-F238E27FC236}">
                <ns2:creationId id="{06155621-B276-4DF2-A049-8327175B417F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337935" y="2047875"/>
            <a:ext cx="5305425" cy="3638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marL="0" indent="0">
              <a:buNone/>
            </a:lvl1pPr>
            <a:lvl2pPr marL="0" indent="0">
              <a:buNone/>
            </a:lvl2pPr>
            <a:lvl3pPr marL="0" indent="0">
              <a:buNone/>
            </a:lvl3pPr>
            <a:lvl4pPr marL="0" indent="0">
              <a:buNone/>
            </a:lvl4pPr>
            <a:lvl5pPr marL="0" indent="0">
              <a:buNone/>
            </a:lvl5pPr>
            <a:lvl6pPr marL="0" indent="0">
              <a:buNone/>
            </a:lvl6pPr>
            <a:lvl7pPr marL="0" indent="0">
              <a:buNone/>
            </a:lvl7pPr>
            <a:lvl8pPr marL="0" indent="0">
              <a:buNone/>
            </a:lvl8pPr>
            <a:lvl9pPr marL="0" indent="0">
              <a:buNone/>
            </a:lvl9pPr>
          </a:lstStyle>
          <a:p>
            <a:pPr algn="l" marL="0" indent="0">
              <a:defRPr sz="2100" b="0">
                <a:solidFill>
                  <a:srgbClr val="171513"/>
                </a:solidFill>
                <a:latin typeface="Manrope"/>
                <a:ea typeface="Manrope"/>
                <a:cs typeface="Manrope"/>
              </a:defRPr>
              <a:buNone/>
            </a:pPr>
            <a:r>
              <a:rPr sz="2100" b="0">
                <a:solidFill>
                  <a:srgbClr val="171513"/>
                </a:solidFill>
                <a:latin typeface="Manrope"/>
                <a:ea typeface="Manrope"/>
                <a:cs typeface="Manrope"/>
              </a:rPr>
              <a:t>[Segundo assunto]</a:t>
            </a:r>
          </a:p>
          <a:p>
            <a:pPr marL="0" indent="0">
              <a:buNone/>
            </a:pPr>
            <a:r>
              <a:t/>
            </a:r>
          </a:p>
          <a:p>
            <a:pPr algn="l" marL="0" indent="0">
              <a:defRPr sz="2100" b="0">
                <a:solidFill>
                  <a:srgbClr val="171513"/>
                </a:solidFill>
                <a:latin typeface="Manrope"/>
                <a:ea typeface="Manrope"/>
                <a:cs typeface="Manrope"/>
              </a:defRPr>
              <a:buNone/>
            </a:pPr>
            <a:r>
              <a:rPr sz="2100" b="0">
                <a:solidFill>
                  <a:srgbClr val="171513"/>
                </a:solidFill>
                <a:latin typeface="Manrope"/>
                <a:ea typeface="Manrope"/>
                <a:cs typeface="Manrope"/>
              </a:rPr>
              <a:t>[Descreva o segundo ponto com o mesmo nível de detalhe.]</a:t>
            </a:r>
          </a:p>
        </p:txBody>
      </p:sp>
    </p:spTree>
    <p:extLst>
      <p:ext uri="{BB962C8B-B14F-4D97-AF65-F5344CB8AC3E}">
        <ns3:creationId val="655215354"/>
      </p:ext>
    </p:extLst>
  </p:cSld>
</p:sld>
</file>

<file path=ppt/slides/slide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" name="LGH_PLACEHOLDER_body_90">
            <a:extLst>
              <a:ext uri="{FF2B5EF4-FFF2-40B4-BE49-F238E27FC236}">
                <ns2:creationId id="{534B1B98-4EB9-4A7F-B263-0CDBC91D6DDC}"/>
              </a:ext>
            </a:extLst>
          </p:cNvPr>
          <p:cNvSpPr>
            <a:spLocks noGrp="1"/>
          </p:cNvSpPr>
          <p:nvPr>
            <p:ph type="body" idx="90"/>
          </p:nvPr>
        </p:nvSpPr>
        <p:spPr>
          <a:xfrm>
            <a:off x="2428875" y="6448425"/>
            <a:ext cx="6858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marL="0" indent="0">
              <a:buNone/>
            </a:lvl1pPr>
            <a:lvl2pPr marL="0" indent="0">
              <a:buNone/>
            </a:lvl2pPr>
            <a:lvl3pPr marL="0" indent="0">
              <a:buNone/>
            </a:lvl3pPr>
            <a:lvl4pPr marL="0" indent="0">
              <a:buNone/>
            </a:lvl4pPr>
            <a:lvl5pPr marL="0" indent="0">
              <a:buNone/>
            </a:lvl5pPr>
            <a:lvl6pPr marL="0" indent="0">
              <a:buNone/>
            </a:lvl6pPr>
            <a:lvl7pPr marL="0" indent="0">
              <a:buNone/>
            </a:lvl7pPr>
            <a:lvl8pPr marL="0" indent="0">
              <a:buNone/>
            </a:lvl8pPr>
            <a:lvl9pPr marL="0" indent="0">
              <a:buNone/>
            </a:lvl9pPr>
          </a:lstStyle>
          <a:p>
            <a:pPr algn="l" marL="0" indent="0">
              <a:defRPr sz="1050" b="0">
                <a:solidFill>
                  <a:srgbClr val="66615B"/>
                </a:solidFill>
                <a:latin typeface="Manrope"/>
                <a:ea typeface="Manrope"/>
                <a:cs typeface="Manrope"/>
              </a:defRPr>
              <a:buNone/>
            </a:pPr>
            <a:r>
              <a:rPr sz="1050" b="0">
                <a:solidFill>
                  <a:srgbClr val="66615B"/>
                </a:solidFill>
                <a:latin typeface="Manrope"/>
                <a:ea typeface="Manrope"/>
                <a:cs typeface="Manrope"/>
              </a:rPr>
              <a:t>[Cliente]  /  [Projeto]</a:t>
            </a:r>
          </a:p>
        </p:txBody>
      </p:sp>
      <p:sp>
        <p:nvSpPr>
          <p:cNvPr id="3" name="LGH_PLACEHOLDER_subtitle_1">
            <a:extLst>
              <a:ext uri="{FF2B5EF4-FFF2-40B4-BE49-F238E27FC236}">
                <ns2:creationId id="{76D6DF95-83B9-4523-8869-32AF65BF7F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" y="371475"/>
            <a:ext cx="1109472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marL="0" indent="0">
              <a:buNone/>
            </a:lvl1pPr>
            <a:lvl2pPr marL="0" indent="0">
              <a:buNone/>
            </a:lvl2pPr>
            <a:lvl3pPr marL="0" indent="0">
              <a:buNone/>
            </a:lvl3pPr>
            <a:lvl4pPr marL="0" indent="0">
              <a:buNone/>
            </a:lvl4pPr>
            <a:lvl5pPr marL="0" indent="0">
              <a:buNone/>
            </a:lvl5pPr>
            <a:lvl6pPr marL="0" indent="0">
              <a:buNone/>
            </a:lvl6pPr>
            <a:lvl7pPr marL="0" indent="0">
              <a:buNone/>
            </a:lvl7pPr>
            <a:lvl8pPr marL="0" indent="0">
              <a:buNone/>
            </a:lvl8pPr>
            <a:lvl9pPr marL="0" indent="0">
              <a:buNone/>
            </a:lvl9pPr>
          </a:lstStyle>
          <a:p>
            <a:pPr algn="l" marL="0" indent="0">
              <a:defRPr sz="1200" b="0">
                <a:solidFill>
                  <a:srgbClr val="766E65"/>
                </a:solidFill>
                <a:latin typeface="Manrope"/>
                <a:ea typeface="Manrope"/>
                <a:cs typeface="Manrope"/>
              </a:defRPr>
              <a:buNone/>
            </a:pPr>
            <a:r>
              <a:rPr sz="1200" b="0">
                <a:solidFill>
                  <a:srgbClr val="766E65"/>
                </a:solidFill>
                <a:latin typeface="Manrope"/>
                <a:ea typeface="Manrope"/>
                <a:cs typeface="Manrope"/>
              </a:rPr>
              <a:t>[SEÇÃO]</a:t>
            </a:r>
          </a:p>
        </p:txBody>
      </p:sp>
      <p:sp>
        <p:nvSpPr>
          <p:cNvPr id="4" name="LGH_PLACEHOLDER_title_0">
            <a:extLst>
              <a:ext uri="{FF2B5EF4-FFF2-40B4-BE49-F238E27FC236}">
                <ns2:creationId id="{1DE2FFB0-3C59-4F4C-A249-CB204139FB0F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548640" y="704850"/>
            <a:ext cx="1109472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marL="0" indent="0">
              <a:buNone/>
            </a:lvl1pPr>
            <a:lvl2pPr marL="0" indent="0">
              <a:buNone/>
            </a:lvl2pPr>
            <a:lvl3pPr marL="0" indent="0">
              <a:buNone/>
            </a:lvl3pPr>
            <a:lvl4pPr marL="0" indent="0">
              <a:buNone/>
            </a:lvl4pPr>
            <a:lvl5pPr marL="0" indent="0">
              <a:buNone/>
            </a:lvl5pPr>
            <a:lvl6pPr marL="0" indent="0">
              <a:buNone/>
            </a:lvl6pPr>
            <a:lvl7pPr marL="0" indent="0">
              <a:buNone/>
            </a:lvl7pPr>
            <a:lvl8pPr marL="0" indent="0">
              <a:buNone/>
            </a:lvl8pPr>
            <a:lvl9pPr marL="0" indent="0">
              <a:buNone/>
            </a:lvl9pPr>
          </a:lstStyle>
          <a:p>
            <a:pPr algn="l" marL="0" indent="0">
              <a:defRPr sz="3300" b="0">
                <a:solidFill>
                  <a:srgbClr val="171513"/>
                </a:solidFill>
                <a:latin typeface="Space Grotesk SemiBold"/>
                <a:ea typeface="Space Grotesk SemiBold"/>
                <a:cs typeface="Space Grotesk SemiBold"/>
              </a:defRPr>
              <a:buNone/>
            </a:pPr>
            <a:r>
              <a:rPr sz="3300" b="0">
                <a:solidFill>
                  <a:srgbClr val="171513"/>
                </a:solidFill>
                <a:latin typeface="Space Grotesk SemiBold"/>
                <a:ea typeface="Space Grotesk SemiBold"/>
                <a:cs typeface="Space Grotesk SemiBold"/>
              </a:rPr>
              <a:t>[Título do projeto]</a:t>
            </a:r>
          </a:p>
        </p:txBody>
      </p:sp>
      <p:sp>
        <p:nvSpPr>
          <p:cNvPr id="5" name="LGH_PLACEHOLDER_picture_4">
            <a:extLst>
              <a:ext uri="{FF2B5EF4-FFF2-40B4-BE49-F238E27FC236}">
                <ns2:creationId id="{321B6740-79A5-4DC3-9D0A-F377BB0CF107}"/>
              </a:ext>
            </a:extLst>
          </p:cNvPr>
          <p:cNvSpPr>
            <a:spLocks noGrp="1"/>
          </p:cNvSpPr>
          <p:nvPr>
            <p:ph type="pic" idx="4"/>
          </p:nvPr>
        </p:nvSpPr>
        <p:spPr>
          <a:xfrm>
            <a:off x="548640" y="2047875"/>
            <a:ext cx="5486400" cy="381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marL="0" indent="0">
              <a:buNone/>
            </a:lvl1pPr>
            <a:lvl2pPr marL="0" indent="0">
              <a:buNone/>
            </a:lvl2pPr>
            <a:lvl3pPr marL="0" indent="0">
              <a:buNone/>
            </a:lvl3pPr>
            <a:lvl4pPr marL="0" indent="0">
              <a:buNone/>
            </a:lvl4pPr>
            <a:lvl5pPr marL="0" indent="0">
              <a:buNone/>
            </a:lvl5pPr>
            <a:lvl6pPr marL="0" indent="0">
              <a:buNone/>
            </a:lvl6pPr>
            <a:lvl7pPr marL="0" indent="0">
              <a:buNone/>
            </a:lvl7pPr>
            <a:lvl8pPr marL="0" indent="0">
              <a:buNone/>
            </a:lvl8pPr>
            <a:lvl9pPr marL="0" indent="0">
              <a:buNone/>
            </a:lvl9pPr>
          </a:lstStyle>
          <a:p>
            <a:pPr marL="0" indent="0">
              <a:buNone/>
            </a:pPr>
            <a:r>
              <a:t/>
            </a:r>
          </a:p>
        </p:txBody>
      </p:sp>
      <p:sp>
        <p:nvSpPr>
          <p:cNvPr id="6" name="LGH_PLACEHOLDER_body_2">
            <a:extLst>
              <a:ext uri="{FF2B5EF4-FFF2-40B4-BE49-F238E27FC236}">
                <ns2:creationId id="{96742FEF-997C-4C4D-9F8C-B0D64BEDCFD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00800" y="2047875"/>
            <a:ext cx="5238750" cy="3638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marL="0" indent="0">
              <a:buNone/>
            </a:lvl1pPr>
            <a:lvl2pPr marL="0" indent="0">
              <a:buNone/>
            </a:lvl2pPr>
            <a:lvl3pPr marL="0" indent="0">
              <a:buNone/>
            </a:lvl3pPr>
            <a:lvl4pPr marL="0" indent="0">
              <a:buNone/>
            </a:lvl4pPr>
            <a:lvl5pPr marL="0" indent="0">
              <a:buNone/>
            </a:lvl5pPr>
            <a:lvl6pPr marL="0" indent="0">
              <a:buNone/>
            </a:lvl6pPr>
            <a:lvl7pPr marL="0" indent="0">
              <a:buNone/>
            </a:lvl7pPr>
            <a:lvl8pPr marL="0" indent="0">
              <a:buNone/>
            </a:lvl8pPr>
            <a:lvl9pPr marL="0" indent="0">
              <a:buNone/>
            </a:lvl9pPr>
          </a:lstStyle>
          <a:p>
            <a:pPr algn="l" marL="0" indent="0">
              <a:defRPr sz="2100" b="0">
                <a:solidFill>
                  <a:srgbClr val="171513"/>
                </a:solidFill>
                <a:latin typeface="Manrope"/>
                <a:ea typeface="Manrope"/>
                <a:cs typeface="Manrope"/>
              </a:defRPr>
              <a:buNone/>
            </a:pPr>
            <a:r>
              <a:rPr sz="2100" b="0">
                <a:solidFill>
                  <a:srgbClr val="171513"/>
                </a:solidFill>
                <a:latin typeface="Manrope"/>
                <a:ea typeface="Manrope"/>
                <a:cs typeface="Manrope"/>
              </a:rPr>
              <a:t>[Sobre o projeto]</a:t>
            </a:r>
          </a:p>
          <a:p>
            <a:pPr marL="0" indent="0">
              <a:buNone/>
            </a:pPr>
            <a:r>
              <a:t/>
            </a:r>
          </a:p>
          <a:p>
            <a:pPr algn="l" marL="0" indent="0">
              <a:defRPr sz="2100" b="0">
                <a:solidFill>
                  <a:srgbClr val="171513"/>
                </a:solidFill>
                <a:latin typeface="Manrope"/>
                <a:ea typeface="Manrope"/>
                <a:cs typeface="Manrope"/>
              </a:defRPr>
              <a:buNone/>
            </a:pPr>
            <a:r>
              <a:rPr sz="2100" b="0">
                <a:solidFill>
                  <a:srgbClr val="171513"/>
                </a:solidFill>
                <a:latin typeface="Manrope"/>
                <a:ea typeface="Manrope"/>
                <a:cs typeface="Manrope"/>
              </a:rPr>
              <a:t>[Contexto, escolha de linguagem ou informação que acompanha a imagem.]</a:t>
            </a:r>
          </a:p>
        </p:txBody>
      </p:sp>
    </p:spTree>
    <p:extLst>
      <p:ext uri="{BB962C8B-B14F-4D97-AF65-F5344CB8AC3E}">
        <ns3:creationId val="2111380418"/>
      </p:ext>
    </p:extLst>
  </p:cSld>
</p:sld>
</file>

<file path=ppt/slides/slide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" name="LGH_PLACEHOLDER_picture_4">
            <a:extLst>
              <a:ext uri="{FF2B5EF4-FFF2-40B4-BE49-F238E27FC236}">
                <ns2:creationId id="{7F35C48D-EA6C-4263-BB18-9AB9ECB5C7A2}"/>
              </a:ext>
            </a:extLst>
          </p:cNvPr>
          <p:cNvSpPr>
            <a:spLocks noGrp="1"/>
          </p:cNvSpPr>
          <p:nvPr>
            <p:ph type="pic" idx="4"/>
          </p:nvPr>
        </p:nvSpPr>
        <p:spPr>
          <a:xfrm>
            <a:off x="0" y="0"/>
            <a:ext cx="12192000" cy="4895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marL="0" indent="0">
              <a:buNone/>
            </a:lvl1pPr>
            <a:lvl2pPr marL="0" indent="0">
              <a:buNone/>
            </a:lvl2pPr>
            <a:lvl3pPr marL="0" indent="0">
              <a:buNone/>
            </a:lvl3pPr>
            <a:lvl4pPr marL="0" indent="0">
              <a:buNone/>
            </a:lvl4pPr>
            <a:lvl5pPr marL="0" indent="0">
              <a:buNone/>
            </a:lvl5pPr>
            <a:lvl6pPr marL="0" indent="0">
              <a:buNone/>
            </a:lvl6pPr>
            <a:lvl7pPr marL="0" indent="0">
              <a:buNone/>
            </a:lvl7pPr>
            <a:lvl8pPr marL="0" indent="0">
              <a:buNone/>
            </a:lvl8pPr>
            <a:lvl9pPr marL="0" indent="0">
              <a:buNone/>
            </a:lvl9pPr>
          </a:lstStyle>
          <a:p>
            <a:pPr marL="0" indent="0">
              <a:buNone/>
            </a:pPr>
            <a:r>
              <a:t/>
            </a:r>
          </a:p>
        </p:txBody>
      </p:sp>
      <p:sp>
        <p:nvSpPr>
          <p:cNvPr id="3" name="LGH_PLACEHOLDER_title_0">
            <a:extLst>
              <a:ext uri="{FF2B5EF4-FFF2-40B4-BE49-F238E27FC236}">
                <ns2:creationId id="{BCD85064-0535-4C1B-83AA-7FB0B1DF3439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548640" y="5219700"/>
            <a:ext cx="1109472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marL="0" indent="0">
              <a:buNone/>
            </a:lvl1pPr>
            <a:lvl2pPr marL="0" indent="0">
              <a:buNone/>
            </a:lvl2pPr>
            <a:lvl3pPr marL="0" indent="0">
              <a:buNone/>
            </a:lvl3pPr>
            <a:lvl4pPr marL="0" indent="0">
              <a:buNone/>
            </a:lvl4pPr>
            <a:lvl5pPr marL="0" indent="0">
              <a:buNone/>
            </a:lvl5pPr>
            <a:lvl6pPr marL="0" indent="0">
              <a:buNone/>
            </a:lvl6pPr>
            <a:lvl7pPr marL="0" indent="0">
              <a:buNone/>
            </a:lvl7pPr>
            <a:lvl8pPr marL="0" indent="0">
              <a:buNone/>
            </a:lvl8pPr>
            <a:lvl9pPr marL="0" indent="0">
              <a:buNone/>
            </a:lvl9pPr>
          </a:lstStyle>
          <a:p>
            <a:pPr algn="l" marL="0" indent="0">
              <a:defRPr sz="3150" b="0">
                <a:solidFill>
                  <a:srgbClr val="F5F2ED"/>
                </a:solidFill>
                <a:latin typeface="Space Grotesk SemiBold"/>
                <a:ea typeface="Space Grotesk SemiBold"/>
                <a:cs typeface="Space Grotesk SemiBold"/>
              </a:defRPr>
              <a:buNone/>
            </a:pPr>
            <a:r>
              <a:rPr sz="3150" b="0">
                <a:solidFill>
                  <a:srgbClr val="F5F2ED"/>
                </a:solidFill>
                <a:latin typeface="Space Grotesk SemiBold"/>
                <a:ea typeface="Space Grotesk SemiBold"/>
                <a:cs typeface="Space Grotesk SemiBold"/>
              </a:rPr>
              <a:t>[Título da imagem]</a:t>
            </a:r>
          </a:p>
        </p:txBody>
      </p:sp>
      <p:sp>
        <p:nvSpPr>
          <p:cNvPr id="4" name="LGH_PLACEHOLDER_subtitle_1">
            <a:extLst>
              <a:ext uri="{FF2B5EF4-FFF2-40B4-BE49-F238E27FC236}">
                <ns2:creationId id="{A0B817A0-D3AC-4DC9-A201-AEEEB4022B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" y="5953125"/>
            <a:ext cx="1109472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marL="0" indent="0">
              <a:buNone/>
            </a:lvl1pPr>
            <a:lvl2pPr marL="0" indent="0">
              <a:buNone/>
            </a:lvl2pPr>
            <a:lvl3pPr marL="0" indent="0">
              <a:buNone/>
            </a:lvl3pPr>
            <a:lvl4pPr marL="0" indent="0">
              <a:buNone/>
            </a:lvl4pPr>
            <a:lvl5pPr marL="0" indent="0">
              <a:buNone/>
            </a:lvl5pPr>
            <a:lvl6pPr marL="0" indent="0">
              <a:buNone/>
            </a:lvl6pPr>
            <a:lvl7pPr marL="0" indent="0">
              <a:buNone/>
            </a:lvl7pPr>
            <a:lvl8pPr marL="0" indent="0">
              <a:buNone/>
            </a:lvl8pPr>
            <a:lvl9pPr marL="0" indent="0">
              <a:buNone/>
            </a:lvl9pPr>
          </a:lstStyle>
          <a:p>
            <a:pPr algn="l" marL="0" indent="0">
              <a:defRPr sz="1950" b="0">
                <a:solidFill>
                  <a:srgbClr val="F5F2ED"/>
                </a:solidFill>
                <a:latin typeface="Manrope"/>
                <a:ea typeface="Manrope"/>
                <a:cs typeface="Manrope"/>
              </a:defRPr>
              <a:buNone/>
            </a:pPr>
            <a:r>
              <a:rPr sz="1950" b="0">
                <a:solidFill>
                  <a:srgbClr val="F5F2ED"/>
                </a:solidFill>
                <a:latin typeface="Manrope"/>
                <a:ea typeface="Manrope"/>
                <a:cs typeface="Manrope"/>
              </a:rPr>
              <a:t>[Legenda ou contexto em uma linha]</a:t>
            </a:r>
          </a:p>
        </p:txBody>
      </p:sp>
    </p:spTree>
    <p:extLst>
      <p:ext uri="{BB962C8B-B14F-4D97-AF65-F5344CB8AC3E}">
        <ns3:creationId val="618171899"/>
      </p:ext>
    </p:extLst>
  </p:cSld>
</p:sld>
</file>

<file path=ppt/slides/slide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" name="LGH_PLACEHOLDER_body_90">
            <a:extLst>
              <a:ext uri="{FF2B5EF4-FFF2-40B4-BE49-F238E27FC236}">
                <ns2:creationId id="{ABA66BFE-8BBC-49FE-B4F9-9E4600948632}"/>
              </a:ext>
            </a:extLst>
          </p:cNvPr>
          <p:cNvSpPr>
            <a:spLocks noGrp="1"/>
          </p:cNvSpPr>
          <p:nvPr>
            <p:ph type="body" idx="90"/>
          </p:nvPr>
        </p:nvSpPr>
        <p:spPr>
          <a:xfrm>
            <a:off x="2428875" y="6448425"/>
            <a:ext cx="6858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marL="0" indent="0">
              <a:buNone/>
            </a:lvl1pPr>
            <a:lvl2pPr marL="0" indent="0">
              <a:buNone/>
            </a:lvl2pPr>
            <a:lvl3pPr marL="0" indent="0">
              <a:buNone/>
            </a:lvl3pPr>
            <a:lvl4pPr marL="0" indent="0">
              <a:buNone/>
            </a:lvl4pPr>
            <a:lvl5pPr marL="0" indent="0">
              <a:buNone/>
            </a:lvl5pPr>
            <a:lvl6pPr marL="0" indent="0">
              <a:buNone/>
            </a:lvl6pPr>
            <a:lvl7pPr marL="0" indent="0">
              <a:buNone/>
            </a:lvl7pPr>
            <a:lvl8pPr marL="0" indent="0">
              <a:buNone/>
            </a:lvl8pPr>
            <a:lvl9pPr marL="0" indent="0">
              <a:buNone/>
            </a:lvl9pPr>
          </a:lstStyle>
          <a:p>
            <a:pPr algn="l" marL="0" indent="0">
              <a:defRPr sz="1050" b="0">
                <a:solidFill>
                  <a:srgbClr val="66615B"/>
                </a:solidFill>
                <a:latin typeface="Manrope"/>
                <a:ea typeface="Manrope"/>
                <a:cs typeface="Manrope"/>
              </a:defRPr>
              <a:buNone/>
            </a:pPr>
            <a:r>
              <a:rPr sz="1050" b="0">
                <a:solidFill>
                  <a:srgbClr val="66615B"/>
                </a:solidFill>
                <a:latin typeface="Manrope"/>
                <a:ea typeface="Manrope"/>
                <a:cs typeface="Manrope"/>
              </a:rPr>
              <a:t>[Cliente]  /  [Projeto]</a:t>
            </a:r>
          </a:p>
        </p:txBody>
      </p:sp>
      <p:sp>
        <p:nvSpPr>
          <p:cNvPr id="3" name="LGH_PLACEHOLDER_subtitle_1">
            <a:extLst>
              <a:ext uri="{FF2B5EF4-FFF2-40B4-BE49-F238E27FC236}">
                <ns2:creationId id="{A9BB81E8-2C40-438E-968A-EA6A0BD380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" y="371475"/>
            <a:ext cx="1109472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marL="0" indent="0">
              <a:buNone/>
            </a:lvl1pPr>
            <a:lvl2pPr marL="0" indent="0">
              <a:buNone/>
            </a:lvl2pPr>
            <a:lvl3pPr marL="0" indent="0">
              <a:buNone/>
            </a:lvl3pPr>
            <a:lvl4pPr marL="0" indent="0">
              <a:buNone/>
            </a:lvl4pPr>
            <a:lvl5pPr marL="0" indent="0">
              <a:buNone/>
            </a:lvl5pPr>
            <a:lvl6pPr marL="0" indent="0">
              <a:buNone/>
            </a:lvl6pPr>
            <a:lvl7pPr marL="0" indent="0">
              <a:buNone/>
            </a:lvl7pPr>
            <a:lvl8pPr marL="0" indent="0">
              <a:buNone/>
            </a:lvl8pPr>
            <a:lvl9pPr marL="0" indent="0">
              <a:buNone/>
            </a:lvl9pPr>
          </a:lstStyle>
          <a:p>
            <a:pPr algn="l" marL="0" indent="0">
              <a:defRPr sz="1200" b="0">
                <a:solidFill>
                  <a:srgbClr val="766E65"/>
                </a:solidFill>
                <a:latin typeface="Manrope"/>
                <a:ea typeface="Manrope"/>
                <a:cs typeface="Manrope"/>
              </a:defRPr>
              <a:buNone/>
            </a:pPr>
            <a:r>
              <a:rPr sz="1200" b="0">
                <a:solidFill>
                  <a:srgbClr val="766E65"/>
                </a:solidFill>
                <a:latin typeface="Manrope"/>
                <a:ea typeface="Manrope"/>
                <a:cs typeface="Manrope"/>
              </a:rPr>
              <a:t>[SEÇÃO]</a:t>
            </a:r>
          </a:p>
        </p:txBody>
      </p:sp>
      <p:sp>
        <p:nvSpPr>
          <p:cNvPr id="4" name="LGH_PLACEHOLDER_title_0">
            <a:extLst>
              <a:ext uri="{FF2B5EF4-FFF2-40B4-BE49-F238E27FC236}">
                <ns2:creationId id="{8015B3CC-E53D-4C64-B4AB-9BE3B36919F4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548640" y="704850"/>
            <a:ext cx="1109472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marL="0" indent="0">
              <a:buNone/>
            </a:lvl1pPr>
            <a:lvl2pPr marL="0" indent="0">
              <a:buNone/>
            </a:lvl2pPr>
            <a:lvl3pPr marL="0" indent="0">
              <a:buNone/>
            </a:lvl3pPr>
            <a:lvl4pPr marL="0" indent="0">
              <a:buNone/>
            </a:lvl4pPr>
            <a:lvl5pPr marL="0" indent="0">
              <a:buNone/>
            </a:lvl5pPr>
            <a:lvl6pPr marL="0" indent="0">
              <a:buNone/>
            </a:lvl6pPr>
            <a:lvl7pPr marL="0" indent="0">
              <a:buNone/>
            </a:lvl7pPr>
            <a:lvl8pPr marL="0" indent="0">
              <a:buNone/>
            </a:lvl8pPr>
            <a:lvl9pPr marL="0" indent="0">
              <a:buNone/>
            </a:lvl9pPr>
          </a:lstStyle>
          <a:p>
            <a:pPr algn="l" marL="0" indent="0">
              <a:defRPr sz="3300" b="0">
                <a:solidFill>
                  <a:srgbClr val="171513"/>
                </a:solidFill>
                <a:latin typeface="Space Grotesk SemiBold"/>
                <a:ea typeface="Space Grotesk SemiBold"/>
                <a:cs typeface="Space Grotesk SemiBold"/>
              </a:defRPr>
              <a:buNone/>
            </a:pPr>
            <a:r>
              <a:rPr sz="3300" b="0">
                <a:solidFill>
                  <a:srgbClr val="171513"/>
                </a:solidFill>
                <a:latin typeface="Space Grotesk SemiBold"/>
                <a:ea typeface="Space Grotesk SemiBold"/>
                <a:cs typeface="Space Grotesk SemiBold"/>
              </a:rPr>
              <a:t>Cronograma de produção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="548640" y="2047875"/>
          <a:ext cx="11094720" cy="3143250"/>
        </p:xfrm>
        <a:graphic>
          <a:graphicData uri="http://schemas.openxmlformats.org/drawingml/2006/table">
            <a:tbl>
              <a:tblPr/>
              <a:tblGrid>
                <a:gridCol w="2857500"/>
                <a:gridCol w="2286000"/>
                <a:gridCol w="5951220"/>
              </a:tblGrid>
              <a:tr h="628650">
                <a:tc>
                  <a:txBody>
                    <a:bodyPr lIns="152400" tIns="95250" rIns="152400" bIns="95250"/>
                    <a:lstStyle/>
                    <a:p>
                      <a:r>
                        <a:rPr sz="1500" b="1">
                          <a:solidFill>
                            <a:srgbClr val="F5F2ED"/>
                          </a:solidFill>
                          <a:latin typeface="Manrope"/>
                          <a:ea typeface="Manrope"/>
                          <a:cs typeface="Manrope"/>
                        </a:rPr>
                        <a:t>Etapa</a:t>
                      </a:r>
                    </a:p>
                  </a:txBody>
                  <a:tcPr marL="91440" marR="91440" marT="45720" marB="45720" anchor="ctr">
                    <a:solidFill>
                      <a:srgbClr val="171513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500" b="1">
                          <a:solidFill>
                            <a:srgbClr val="F5F2ED"/>
                          </a:solidFill>
                          <a:latin typeface="Manrope"/>
                          <a:ea typeface="Manrope"/>
                          <a:cs typeface="Manrope"/>
                        </a:rPr>
                        <a:t>Período</a:t>
                      </a:r>
                    </a:p>
                  </a:txBody>
                  <a:tcPr marL="91440" marR="91440" marT="45720" marB="45720" anchor="ctr">
                    <a:solidFill>
                      <a:srgbClr val="171513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500" b="1">
                          <a:solidFill>
                            <a:srgbClr val="F5F2ED"/>
                          </a:solidFill>
                          <a:latin typeface="Manrope"/>
                          <a:ea typeface="Manrope"/>
                          <a:cs typeface="Manrope"/>
                        </a:rPr>
                        <a:t>Entrega</a:t>
                      </a:r>
                    </a:p>
                  </a:txBody>
                  <a:tcPr marL="91440" marR="91440" marT="45720" marB="45720" anchor="ctr">
                    <a:solidFill>
                      <a:srgbClr val="171513"/>
                    </a:solidFill>
                  </a:tcPr>
                </a:tc>
              </a:tr>
              <a:tr h="628650">
                <a:tc>
                  <a:txBody>
                    <a:bodyPr lIns="152400" tIns="95250" rIns="152400" bIns="95250"/>
                    <a:lstStyle/>
                    <a:p>
                      <a:r>
                        <a:rPr sz="1725" b="0">
                          <a:solidFill>
                            <a:srgbClr val="171513"/>
                          </a:solidFill>
                          <a:latin typeface="Manrope"/>
                          <a:ea typeface="Manrope"/>
                          <a:cs typeface="Manrope"/>
                        </a:rPr>
                        <a:t>Pré-produção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725" b="0">
                          <a:solidFill>
                            <a:srgbClr val="171513"/>
                          </a:solidFill>
                          <a:latin typeface="Manrope"/>
                          <a:ea typeface="Manrope"/>
                          <a:cs typeface="Manrope"/>
                        </a:rPr>
                        <a:t>[Datas]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725" b="0">
                          <a:solidFill>
                            <a:srgbClr val="171513"/>
                          </a:solidFill>
                          <a:latin typeface="Manrope"/>
                          <a:ea typeface="Manrope"/>
                          <a:cs typeface="Manrope"/>
                        </a:rPr>
                        <a:t>[Roteiro e plano de gravação]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152400" tIns="95250" rIns="152400" bIns="95250"/>
                    <a:lstStyle/>
                    <a:p>
                      <a:r>
                        <a:rPr sz="1725" b="0">
                          <a:solidFill>
                            <a:srgbClr val="171513"/>
                          </a:solidFill>
                          <a:latin typeface="Manrope"/>
                          <a:ea typeface="Manrope"/>
                          <a:cs typeface="Manrope"/>
                        </a:rPr>
                        <a:t>Captação</a:t>
                      </a:r>
                    </a:p>
                  </a:txBody>
                  <a:tcPr marL="91440" marR="91440" marT="45720" marB="45720" anchor="ctr">
                    <a:solidFill>
                      <a:srgbClr val="F5F2ED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725" b="0">
                          <a:solidFill>
                            <a:srgbClr val="171513"/>
                          </a:solidFill>
                          <a:latin typeface="Manrope"/>
                          <a:ea typeface="Manrope"/>
                          <a:cs typeface="Manrope"/>
                        </a:rPr>
                        <a:t>[Datas]</a:t>
                      </a:r>
                    </a:p>
                  </a:txBody>
                  <a:tcPr marL="91440" marR="91440" marT="45720" marB="45720" anchor="ctr">
                    <a:solidFill>
                      <a:srgbClr val="F5F2ED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725" b="0">
                          <a:solidFill>
                            <a:srgbClr val="171513"/>
                          </a:solidFill>
                          <a:latin typeface="Manrope"/>
                          <a:ea typeface="Manrope"/>
                          <a:cs typeface="Manrope"/>
                        </a:rPr>
                        <a:t>[Imagens e áudio]</a:t>
                      </a:r>
                    </a:p>
                  </a:txBody>
                  <a:tcPr marL="91440" marR="91440" marT="45720" marB="45720" anchor="ctr">
                    <a:solidFill>
                      <a:srgbClr val="F5F2ED"/>
                    </a:solidFill>
                  </a:tcPr>
                </a:tc>
              </a:tr>
              <a:tr h="628650">
                <a:tc>
                  <a:txBody>
                    <a:bodyPr lIns="152400" tIns="95250" rIns="152400" bIns="95250"/>
                    <a:lstStyle/>
                    <a:p>
                      <a:r>
                        <a:rPr sz="1725" b="0">
                          <a:solidFill>
                            <a:srgbClr val="171513"/>
                          </a:solidFill>
                          <a:latin typeface="Manrope"/>
                          <a:ea typeface="Manrope"/>
                          <a:cs typeface="Manrope"/>
                        </a:rPr>
                        <a:t>Pós-produção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725" b="0">
                          <a:solidFill>
                            <a:srgbClr val="171513"/>
                          </a:solidFill>
                          <a:latin typeface="Manrope"/>
                          <a:ea typeface="Manrope"/>
                          <a:cs typeface="Manrope"/>
                        </a:rPr>
                        <a:t>[Datas]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725" b="0">
                          <a:solidFill>
                            <a:srgbClr val="171513"/>
                          </a:solidFill>
                          <a:latin typeface="Manrope"/>
                          <a:ea typeface="Manrope"/>
                          <a:cs typeface="Manrope"/>
                        </a:rPr>
                        <a:t>[Corte para aprovação]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152400" tIns="95250" rIns="152400" bIns="95250"/>
                    <a:lstStyle/>
                    <a:p>
                      <a:r>
                        <a:rPr sz="1725" b="0">
                          <a:solidFill>
                            <a:srgbClr val="171513"/>
                          </a:solidFill>
                          <a:latin typeface="Manrope"/>
                          <a:ea typeface="Manrope"/>
                          <a:cs typeface="Manrope"/>
                        </a:rPr>
                        <a:t>Entrega</a:t>
                      </a:r>
                    </a:p>
                  </a:txBody>
                  <a:tcPr marL="91440" marR="91440" marT="45720" marB="45720" anchor="ctr">
                    <a:solidFill>
                      <a:srgbClr val="F5F2ED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725" b="0">
                          <a:solidFill>
                            <a:srgbClr val="171513"/>
                          </a:solidFill>
                          <a:latin typeface="Manrope"/>
                          <a:ea typeface="Manrope"/>
                          <a:cs typeface="Manrope"/>
                        </a:rPr>
                        <a:t>[Data]</a:t>
                      </a:r>
                    </a:p>
                  </a:txBody>
                  <a:tcPr marL="91440" marR="91440" marT="45720" marB="45720" anchor="ctr">
                    <a:solidFill>
                      <a:srgbClr val="F5F2ED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725" b="0">
                          <a:solidFill>
                            <a:srgbClr val="171513"/>
                          </a:solidFill>
                          <a:latin typeface="Manrope"/>
                          <a:ea typeface="Manrope"/>
                          <a:cs typeface="Manrope"/>
                        </a:rPr>
                        <a:t>[Arquivos finais]</a:t>
                      </a:r>
                    </a:p>
                  </a:txBody>
                  <a:tcPr marL="91440" marR="91440" marT="45720" marB="45720" anchor="ctr">
                    <a:solidFill>
                      <a:srgbClr val="F5F2ED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ns3:creationId val="69817786"/>
      </p:ext>
    </p:extLst>
  </p:cSld>
</p:sld>
</file>

<file path=ppt/slides/slide1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" name="LGH_PLACEHOLDER_body_90">
            <a:extLst>
              <a:ext uri="{FF2B5EF4-FFF2-40B4-BE49-F238E27FC236}">
                <ns2:creationId id="{0C0FB4B7-BA7E-4A9A-A284-9C856385ABF4}"/>
              </a:ext>
            </a:extLst>
          </p:cNvPr>
          <p:cNvSpPr>
            <a:spLocks noGrp="1"/>
          </p:cNvSpPr>
          <p:nvPr>
            <p:ph type="body" idx="90"/>
          </p:nvPr>
        </p:nvSpPr>
        <p:spPr>
          <a:xfrm>
            <a:off x="2428875" y="6448425"/>
            <a:ext cx="6858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marL="0" indent="0">
              <a:buNone/>
            </a:lvl1pPr>
            <a:lvl2pPr marL="0" indent="0">
              <a:buNone/>
            </a:lvl2pPr>
            <a:lvl3pPr marL="0" indent="0">
              <a:buNone/>
            </a:lvl3pPr>
            <a:lvl4pPr marL="0" indent="0">
              <a:buNone/>
            </a:lvl4pPr>
            <a:lvl5pPr marL="0" indent="0">
              <a:buNone/>
            </a:lvl5pPr>
            <a:lvl6pPr marL="0" indent="0">
              <a:buNone/>
            </a:lvl6pPr>
            <a:lvl7pPr marL="0" indent="0">
              <a:buNone/>
            </a:lvl7pPr>
            <a:lvl8pPr marL="0" indent="0">
              <a:buNone/>
            </a:lvl8pPr>
            <a:lvl9pPr marL="0" indent="0">
              <a:buNone/>
            </a:lvl9pPr>
          </a:lstStyle>
          <a:p>
            <a:pPr algn="l" marL="0" indent="0">
              <a:defRPr sz="1050" b="0">
                <a:solidFill>
                  <a:srgbClr val="66615B"/>
                </a:solidFill>
                <a:latin typeface="Manrope"/>
                <a:ea typeface="Manrope"/>
                <a:cs typeface="Manrope"/>
              </a:defRPr>
              <a:buNone/>
            </a:pPr>
            <a:r>
              <a:rPr sz="1050" b="0">
                <a:solidFill>
                  <a:srgbClr val="66615B"/>
                </a:solidFill>
                <a:latin typeface="Manrope"/>
                <a:ea typeface="Manrope"/>
                <a:cs typeface="Manrope"/>
              </a:rPr>
              <a:t>[Cliente]  /  [Projeto]</a:t>
            </a:r>
          </a:p>
        </p:txBody>
      </p:sp>
      <p:sp>
        <p:nvSpPr>
          <p:cNvPr id="3" name="LGH_PLACEHOLDER_subtitle_1">
            <a:extLst>
              <a:ext uri="{FF2B5EF4-FFF2-40B4-BE49-F238E27FC236}">
                <ns2:creationId id="{51F101CD-E7EE-4378-A70D-DC491C0A36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" y="371475"/>
            <a:ext cx="1109472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marL="0" indent="0">
              <a:buNone/>
            </a:lvl1pPr>
            <a:lvl2pPr marL="0" indent="0">
              <a:buNone/>
            </a:lvl2pPr>
            <a:lvl3pPr marL="0" indent="0">
              <a:buNone/>
            </a:lvl3pPr>
            <a:lvl4pPr marL="0" indent="0">
              <a:buNone/>
            </a:lvl4pPr>
            <a:lvl5pPr marL="0" indent="0">
              <a:buNone/>
            </a:lvl5pPr>
            <a:lvl6pPr marL="0" indent="0">
              <a:buNone/>
            </a:lvl6pPr>
            <a:lvl7pPr marL="0" indent="0">
              <a:buNone/>
            </a:lvl7pPr>
            <a:lvl8pPr marL="0" indent="0">
              <a:buNone/>
            </a:lvl8pPr>
            <a:lvl9pPr marL="0" indent="0">
              <a:buNone/>
            </a:lvl9pPr>
          </a:lstStyle>
          <a:p>
            <a:pPr algn="l" marL="0" indent="0">
              <a:defRPr sz="1200" b="0">
                <a:solidFill>
                  <a:srgbClr val="766E65"/>
                </a:solidFill>
                <a:latin typeface="Manrope"/>
                <a:ea typeface="Manrope"/>
                <a:cs typeface="Manrope"/>
              </a:defRPr>
              <a:buNone/>
            </a:pPr>
            <a:r>
              <a:rPr sz="1200" b="0">
                <a:solidFill>
                  <a:srgbClr val="766E65"/>
                </a:solidFill>
                <a:latin typeface="Manrope"/>
                <a:ea typeface="Manrope"/>
                <a:cs typeface="Manrope"/>
              </a:rPr>
              <a:t>[SEÇÃO]</a:t>
            </a:r>
          </a:p>
        </p:txBody>
      </p:sp>
      <p:sp>
        <p:nvSpPr>
          <p:cNvPr id="4" name="LGH_PLACEHOLDER_title_0">
            <a:extLst>
              <a:ext uri="{FF2B5EF4-FFF2-40B4-BE49-F238E27FC236}">
                <ns2:creationId id="{6D91C258-ACB5-44DE-A59E-FDEBC06996CC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548640" y="704850"/>
            <a:ext cx="1109472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marL="0" indent="0">
              <a:buNone/>
            </a:lvl1pPr>
            <a:lvl2pPr marL="0" indent="0">
              <a:buNone/>
            </a:lvl2pPr>
            <a:lvl3pPr marL="0" indent="0">
              <a:buNone/>
            </a:lvl3pPr>
            <a:lvl4pPr marL="0" indent="0">
              <a:buNone/>
            </a:lvl4pPr>
            <a:lvl5pPr marL="0" indent="0">
              <a:buNone/>
            </a:lvl5pPr>
            <a:lvl6pPr marL="0" indent="0">
              <a:buNone/>
            </a:lvl6pPr>
            <a:lvl7pPr marL="0" indent="0">
              <a:buNone/>
            </a:lvl7pPr>
            <a:lvl8pPr marL="0" indent="0">
              <a:buNone/>
            </a:lvl8pPr>
            <a:lvl9pPr marL="0" indent="0">
              <a:buNone/>
            </a:lvl9pPr>
          </a:lstStyle>
          <a:p>
            <a:pPr algn="l" marL="0" indent="0">
              <a:defRPr sz="3300" b="0">
                <a:solidFill>
                  <a:srgbClr val="171513"/>
                </a:solidFill>
                <a:latin typeface="Space Grotesk SemiBold"/>
                <a:ea typeface="Space Grotesk SemiBold"/>
                <a:cs typeface="Space Grotesk SemiBold"/>
              </a:defRPr>
              <a:buNone/>
            </a:pPr>
            <a:r>
              <a:rPr sz="3300" b="0">
                <a:solidFill>
                  <a:srgbClr val="171513"/>
                </a:solidFill>
                <a:latin typeface="Space Grotesk SemiBold"/>
                <a:ea typeface="Space Grotesk SemiBold"/>
                <a:cs typeface="Space Grotesk SemiBold"/>
              </a:rPr>
              <a:t>Investimento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="548640" y="2047875"/>
          <a:ext cx="11094720" cy="3143250"/>
        </p:xfrm>
        <a:graphic>
          <a:graphicData uri="http://schemas.openxmlformats.org/drawingml/2006/table">
            <a:tbl>
              <a:tblPr/>
              <a:tblGrid>
                <a:gridCol w="2857500"/>
                <a:gridCol w="5619750"/>
                <a:gridCol w="2617470"/>
              </a:tblGrid>
              <a:tr h="628650">
                <a:tc>
                  <a:txBody>
                    <a:bodyPr lIns="152400" tIns="95250" rIns="152400" bIns="95250"/>
                    <a:lstStyle/>
                    <a:p>
                      <a:r>
                        <a:rPr sz="1500" b="1">
                          <a:solidFill>
                            <a:srgbClr val="F5F2ED"/>
                          </a:solidFill>
                          <a:latin typeface="Manrope"/>
                          <a:ea typeface="Manrope"/>
                          <a:cs typeface="Manrope"/>
                        </a:rPr>
                        <a:t>Item</a:t>
                      </a:r>
                    </a:p>
                  </a:txBody>
                  <a:tcPr marL="91440" marR="91440" marT="45720" marB="45720" anchor="ctr">
                    <a:solidFill>
                      <a:srgbClr val="171513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500" b="1">
                          <a:solidFill>
                            <a:srgbClr val="F5F2ED"/>
                          </a:solidFill>
                          <a:latin typeface="Manrope"/>
                          <a:ea typeface="Manrope"/>
                          <a:cs typeface="Manrope"/>
                        </a:rPr>
                        <a:t>Descrição</a:t>
                      </a:r>
                    </a:p>
                  </a:txBody>
                  <a:tcPr marL="91440" marR="91440" marT="45720" marB="45720" anchor="ctr">
                    <a:solidFill>
                      <a:srgbClr val="171513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500" b="1">
                          <a:solidFill>
                            <a:srgbClr val="F5F2ED"/>
                          </a:solidFill>
                          <a:latin typeface="Manrope"/>
                          <a:ea typeface="Manrope"/>
                          <a:cs typeface="Manrope"/>
                        </a:rPr>
                        <a:t>Valor</a:t>
                      </a:r>
                    </a:p>
                  </a:txBody>
                  <a:tcPr marL="91440" marR="91440" marT="45720" marB="45720" anchor="ctr">
                    <a:solidFill>
                      <a:srgbClr val="171513"/>
                    </a:solidFill>
                  </a:tcPr>
                </a:tc>
              </a:tr>
              <a:tr h="628650">
                <a:tc>
                  <a:txBody>
                    <a:bodyPr lIns="152400" tIns="95250" rIns="152400" bIns="95250"/>
                    <a:lstStyle/>
                    <a:p>
                      <a:r>
                        <a:rPr sz="1725" b="0">
                          <a:solidFill>
                            <a:srgbClr val="171513"/>
                          </a:solidFill>
                          <a:latin typeface="Manrope"/>
                          <a:ea typeface="Manrope"/>
                          <a:cs typeface="Manrope"/>
                        </a:rPr>
                        <a:t>Pré-produção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725" b="0">
                          <a:solidFill>
                            <a:srgbClr val="171513"/>
                          </a:solidFill>
                          <a:latin typeface="Manrope"/>
                          <a:ea typeface="Manrope"/>
                          <a:cs typeface="Manrope"/>
                        </a:rPr>
                        <a:t>[Escopo incluído]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725" b="0">
                          <a:solidFill>
                            <a:srgbClr val="171513"/>
                          </a:solidFill>
                          <a:latin typeface="Manrope"/>
                          <a:ea typeface="Manrope"/>
                          <a:cs typeface="Manrope"/>
                        </a:rPr>
                        <a:t>R$ [valor]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152400" tIns="95250" rIns="152400" bIns="95250"/>
                    <a:lstStyle/>
                    <a:p>
                      <a:r>
                        <a:rPr sz="1725" b="0">
                          <a:solidFill>
                            <a:srgbClr val="171513"/>
                          </a:solidFill>
                          <a:latin typeface="Manrope"/>
                          <a:ea typeface="Manrope"/>
                          <a:cs typeface="Manrope"/>
                        </a:rPr>
                        <a:t>Captação</a:t>
                      </a:r>
                    </a:p>
                  </a:txBody>
                  <a:tcPr marL="91440" marR="91440" marT="45720" marB="45720" anchor="ctr">
                    <a:solidFill>
                      <a:srgbClr val="F5F2ED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725" b="0">
                          <a:solidFill>
                            <a:srgbClr val="171513"/>
                          </a:solidFill>
                          <a:latin typeface="Manrope"/>
                          <a:ea typeface="Manrope"/>
                          <a:cs typeface="Manrope"/>
                        </a:rPr>
                        <a:t>[Diárias e equipe]</a:t>
                      </a:r>
                    </a:p>
                  </a:txBody>
                  <a:tcPr marL="91440" marR="91440" marT="45720" marB="45720" anchor="ctr">
                    <a:solidFill>
                      <a:srgbClr val="F5F2ED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725" b="0">
                          <a:solidFill>
                            <a:srgbClr val="171513"/>
                          </a:solidFill>
                          <a:latin typeface="Manrope"/>
                          <a:ea typeface="Manrope"/>
                          <a:cs typeface="Manrope"/>
                        </a:rPr>
                        <a:t>R$ [valor]</a:t>
                      </a:r>
                    </a:p>
                  </a:txBody>
                  <a:tcPr marL="91440" marR="91440" marT="45720" marB="45720" anchor="ctr">
                    <a:solidFill>
                      <a:srgbClr val="F5F2ED"/>
                    </a:solidFill>
                  </a:tcPr>
                </a:tc>
              </a:tr>
              <a:tr h="628650">
                <a:tc>
                  <a:txBody>
                    <a:bodyPr lIns="152400" tIns="95250" rIns="152400" bIns="95250"/>
                    <a:lstStyle/>
                    <a:p>
                      <a:r>
                        <a:rPr sz="1725" b="0">
                          <a:solidFill>
                            <a:srgbClr val="171513"/>
                          </a:solidFill>
                          <a:latin typeface="Manrope"/>
                          <a:ea typeface="Manrope"/>
                          <a:cs typeface="Manrope"/>
                        </a:rPr>
                        <a:t>Pós-produção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725" b="0">
                          <a:solidFill>
                            <a:srgbClr val="171513"/>
                          </a:solidFill>
                          <a:latin typeface="Manrope"/>
                          <a:ea typeface="Manrope"/>
                          <a:cs typeface="Manrope"/>
                        </a:rPr>
                        <a:t>[Versões e finalização]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725" b="0">
                          <a:solidFill>
                            <a:srgbClr val="171513"/>
                          </a:solidFill>
                          <a:latin typeface="Manrope"/>
                          <a:ea typeface="Manrope"/>
                          <a:cs typeface="Manrope"/>
                        </a:rPr>
                        <a:t>R$ [valor]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152400" tIns="95250" rIns="152400" bIns="95250"/>
                    <a:lstStyle/>
                    <a:p>
                      <a:r>
                        <a:rPr sz="1725" b="0">
                          <a:solidFill>
                            <a:srgbClr val="171513"/>
                          </a:solidFill>
                          <a:latin typeface="Manrope"/>
                          <a:ea typeface="Manrope"/>
                          <a:cs typeface="Manrope"/>
                        </a:rPr>
                        <a:t>Total</a:t>
                      </a:r>
                    </a:p>
                  </a:txBody>
                  <a:tcPr marL="91440" marR="91440" marT="45720" marB="45720" anchor="ctr">
                    <a:solidFill>
                      <a:srgbClr val="F5F2ED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725" b="0">
                          <a:solidFill>
                            <a:srgbClr val="171513"/>
                          </a:solidFill>
                          <a:latin typeface="Manrope"/>
                          <a:ea typeface="Manrope"/>
                          <a:cs typeface="Manrope"/>
                        </a:rPr>
                        <a:t>[Condições comerciais]</a:t>
                      </a:r>
                    </a:p>
                  </a:txBody>
                  <a:tcPr marL="91440" marR="91440" marT="45720" marB="45720" anchor="ctr">
                    <a:solidFill>
                      <a:srgbClr val="F5F2ED"/>
                    </a:solidFill>
                  </a:tcPr>
                </a:tc>
                <a:tc>
                  <a:txBody>
                    <a:bodyPr lIns="152400" tIns="95250" rIns="152400" bIns="95250"/>
                    <a:lstStyle/>
                    <a:p>
                      <a:r>
                        <a:rPr sz="1725" b="0">
                          <a:solidFill>
                            <a:srgbClr val="171513"/>
                          </a:solidFill>
                          <a:latin typeface="Manrope"/>
                          <a:ea typeface="Manrope"/>
                          <a:cs typeface="Manrope"/>
                        </a:rPr>
                        <a:t>R$ [total]</a:t>
                      </a:r>
                    </a:p>
                  </a:txBody>
                  <a:tcPr marL="91440" marR="91440" marT="45720" marB="45720" anchor="ctr">
                    <a:solidFill>
                      <a:srgbClr val="F5F2ED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ns3:creationId val="1320096732"/>
      </p:ext>
    </p:extLst>
  </p:cSld>
</p:sld>
</file>

<file path=ppt/slides/slide1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" name="LGH_PLACEHOLDER_body_90">
            <a:extLst>
              <a:ext uri="{FF2B5EF4-FFF2-40B4-BE49-F238E27FC236}">
                <ns2:creationId id="{1EBF2C86-5444-40A4-8CD4-B47851B2DBA7}"/>
              </a:ext>
            </a:extLst>
          </p:cNvPr>
          <p:cNvSpPr>
            <a:spLocks noGrp="1"/>
          </p:cNvSpPr>
          <p:nvPr>
            <p:ph type="body" idx="90"/>
          </p:nvPr>
        </p:nvSpPr>
        <p:spPr>
          <a:xfrm>
            <a:off x="2428875" y="6448425"/>
            <a:ext cx="6858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marL="0" indent="0">
              <a:buNone/>
            </a:lvl1pPr>
            <a:lvl2pPr marL="0" indent="0">
              <a:buNone/>
            </a:lvl2pPr>
            <a:lvl3pPr marL="0" indent="0">
              <a:buNone/>
            </a:lvl3pPr>
            <a:lvl4pPr marL="0" indent="0">
              <a:buNone/>
            </a:lvl4pPr>
            <a:lvl5pPr marL="0" indent="0">
              <a:buNone/>
            </a:lvl5pPr>
            <a:lvl6pPr marL="0" indent="0">
              <a:buNone/>
            </a:lvl6pPr>
            <a:lvl7pPr marL="0" indent="0">
              <a:buNone/>
            </a:lvl7pPr>
            <a:lvl8pPr marL="0" indent="0">
              <a:buNone/>
            </a:lvl8pPr>
            <a:lvl9pPr marL="0" indent="0">
              <a:buNone/>
            </a:lvl9pPr>
          </a:lstStyle>
          <a:p>
            <a:pPr algn="l" marL="0" indent="0">
              <a:defRPr sz="1050" b="0">
                <a:solidFill>
                  <a:srgbClr val="66615B"/>
                </a:solidFill>
                <a:latin typeface="Manrope"/>
                <a:ea typeface="Manrope"/>
                <a:cs typeface="Manrope"/>
              </a:defRPr>
              <a:buNone/>
            </a:pPr>
            <a:r>
              <a:rPr sz="1050" b="0">
                <a:solidFill>
                  <a:srgbClr val="66615B"/>
                </a:solidFill>
                <a:latin typeface="Manrope"/>
                <a:ea typeface="Manrope"/>
                <a:cs typeface="Manrope"/>
              </a:rPr>
              <a:t>[Cliente]  /  [Projeto]</a:t>
            </a:r>
          </a:p>
        </p:txBody>
      </p:sp>
      <p:sp>
        <p:nvSpPr>
          <p:cNvPr id="3" name="LGH_PLACEHOLDER_subtitle_1">
            <a:extLst>
              <a:ext uri="{FF2B5EF4-FFF2-40B4-BE49-F238E27FC236}">
                <ns2:creationId id="{D8C1C7AB-FC2D-402D-B457-A2195167A6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" y="371475"/>
            <a:ext cx="1109472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marL="0" indent="0">
              <a:buNone/>
            </a:lvl1pPr>
            <a:lvl2pPr marL="0" indent="0">
              <a:buNone/>
            </a:lvl2pPr>
            <a:lvl3pPr marL="0" indent="0">
              <a:buNone/>
            </a:lvl3pPr>
            <a:lvl4pPr marL="0" indent="0">
              <a:buNone/>
            </a:lvl4pPr>
            <a:lvl5pPr marL="0" indent="0">
              <a:buNone/>
            </a:lvl5pPr>
            <a:lvl6pPr marL="0" indent="0">
              <a:buNone/>
            </a:lvl6pPr>
            <a:lvl7pPr marL="0" indent="0">
              <a:buNone/>
            </a:lvl7pPr>
            <a:lvl8pPr marL="0" indent="0">
              <a:buNone/>
            </a:lvl8pPr>
            <a:lvl9pPr marL="0" indent="0">
              <a:buNone/>
            </a:lvl9pPr>
          </a:lstStyle>
          <a:p>
            <a:pPr algn="l" marL="0" indent="0">
              <a:defRPr sz="1200" b="0">
                <a:solidFill>
                  <a:srgbClr val="766E65"/>
                </a:solidFill>
                <a:latin typeface="Manrope"/>
                <a:ea typeface="Manrope"/>
                <a:cs typeface="Manrope"/>
              </a:defRPr>
              <a:buNone/>
            </a:pPr>
            <a:r>
              <a:rPr sz="1200" b="0">
                <a:solidFill>
                  <a:srgbClr val="766E65"/>
                </a:solidFill>
                <a:latin typeface="Manrope"/>
                <a:ea typeface="Manrope"/>
                <a:cs typeface="Manrope"/>
              </a:rPr>
              <a:t>[SEÇÃO]</a:t>
            </a:r>
          </a:p>
        </p:txBody>
      </p:sp>
      <p:sp>
        <p:nvSpPr>
          <p:cNvPr id="4" name="LGH_PLACEHOLDER_title_0">
            <a:extLst>
              <a:ext uri="{FF2B5EF4-FFF2-40B4-BE49-F238E27FC236}">
                <ns2:creationId id="{96765C47-81E1-4F15-BB7E-87C140669909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548640" y="704850"/>
            <a:ext cx="1109472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marL="0" indent="0">
              <a:buNone/>
            </a:lvl1pPr>
            <a:lvl2pPr marL="0" indent="0">
              <a:buNone/>
            </a:lvl2pPr>
            <a:lvl3pPr marL="0" indent="0">
              <a:buNone/>
            </a:lvl3pPr>
            <a:lvl4pPr marL="0" indent="0">
              <a:buNone/>
            </a:lvl4pPr>
            <a:lvl5pPr marL="0" indent="0">
              <a:buNone/>
            </a:lvl5pPr>
            <a:lvl6pPr marL="0" indent="0">
              <a:buNone/>
            </a:lvl6pPr>
            <a:lvl7pPr marL="0" indent="0">
              <a:buNone/>
            </a:lvl7pPr>
            <a:lvl8pPr marL="0" indent="0">
              <a:buNone/>
            </a:lvl8pPr>
            <a:lvl9pPr marL="0" indent="0">
              <a:buNone/>
            </a:lvl9pPr>
          </a:lstStyle>
          <a:p>
            <a:pPr algn="l" marL="0" indent="0">
              <a:defRPr sz="3300" b="0">
                <a:solidFill>
                  <a:srgbClr val="171513"/>
                </a:solidFill>
                <a:latin typeface="Space Grotesk SemiBold"/>
                <a:ea typeface="Space Grotesk SemiBold"/>
                <a:cs typeface="Space Grotesk SemiBold"/>
              </a:defRPr>
              <a:buNone/>
            </a:pPr>
            <a:r>
              <a:rPr sz="3300" b="0">
                <a:solidFill>
                  <a:srgbClr val="171513"/>
                </a:solidFill>
                <a:latin typeface="Space Grotesk SemiBold"/>
                <a:ea typeface="Space Grotesk SemiBold"/>
                <a:cs typeface="Space Grotesk SemiBold"/>
              </a:rPr>
              <a:t>Condições do projeto</a:t>
            </a:r>
          </a:p>
        </p:txBody>
      </p:sp>
      <p:sp>
        <p:nvSpPr>
          <p:cNvPr id="5" name="LGH_PLACEHOLDER_body_2">
            <a:extLst>
              <a:ext uri="{FF2B5EF4-FFF2-40B4-BE49-F238E27FC236}">
                <ns2:creationId id="{7CE1DF93-FF25-4885-9E9D-C095759174E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48640" y="2047875"/>
            <a:ext cx="5305425" cy="3638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marL="0" indent="0">
              <a:buNone/>
            </a:lvl1pPr>
            <a:lvl2pPr marL="0" indent="0">
              <a:buNone/>
            </a:lvl2pPr>
            <a:lvl3pPr marL="0" indent="0">
              <a:buNone/>
            </a:lvl3pPr>
            <a:lvl4pPr marL="0" indent="0">
              <a:buNone/>
            </a:lvl4pPr>
            <a:lvl5pPr marL="0" indent="0">
              <a:buNone/>
            </a:lvl5pPr>
            <a:lvl6pPr marL="0" indent="0">
              <a:buNone/>
            </a:lvl6pPr>
            <a:lvl7pPr marL="0" indent="0">
              <a:buNone/>
            </a:lvl7pPr>
            <a:lvl8pPr marL="0" indent="0">
              <a:buNone/>
            </a:lvl8pPr>
            <a:lvl9pPr marL="0" indent="0">
              <a:buNone/>
            </a:lvl9pPr>
          </a:lstStyle>
          <a:p>
            <a:pPr algn="l" marL="0" indent="0">
              <a:defRPr sz="2100" b="0">
                <a:solidFill>
                  <a:srgbClr val="171513"/>
                </a:solidFill>
                <a:latin typeface="Manrope"/>
                <a:ea typeface="Manrope"/>
                <a:cs typeface="Manrope"/>
              </a:defRPr>
              <a:buNone/>
            </a:pPr>
            <a:r>
              <a:rPr sz="2100" b="0">
                <a:solidFill>
                  <a:srgbClr val="171513"/>
                </a:solidFill>
                <a:latin typeface="Manrope"/>
                <a:ea typeface="Manrope"/>
                <a:cs typeface="Manrope"/>
              </a:rPr>
              <a:t>O que está incluído</a:t>
            </a:r>
          </a:p>
          <a:p>
            <a:pPr marL="0" indent="0">
              <a:buNone/>
            </a:pPr>
            <a:r>
              <a:t/>
            </a:r>
          </a:p>
          <a:p>
            <a:pPr algn="l" marL="0" indent="0">
              <a:defRPr sz="2100" b="0">
                <a:solidFill>
                  <a:srgbClr val="171513"/>
                </a:solidFill>
                <a:latin typeface="Manrope"/>
                <a:ea typeface="Manrope"/>
                <a:cs typeface="Manrope"/>
              </a:defRPr>
              <a:buNone/>
            </a:pPr>
            <a:r>
              <a:rPr sz="2100" b="0">
                <a:solidFill>
                  <a:srgbClr val="171513"/>
                </a:solidFill>
                <a:latin typeface="Manrope"/>
                <a:ea typeface="Manrope"/>
                <a:cs typeface="Manrope"/>
              </a:rPr>
              <a:t>[Entregas e formatos]</a:t>
            </a:r>
          </a:p>
          <a:p>
            <a:pPr marL="0" indent="0">
              <a:buNone/>
            </a:pPr>
            <a:r>
              <a:t/>
            </a:r>
          </a:p>
          <a:p>
            <a:pPr algn="l" marL="0" indent="0">
              <a:defRPr sz="2100" b="0">
                <a:solidFill>
                  <a:srgbClr val="171513"/>
                </a:solidFill>
                <a:latin typeface="Manrope"/>
                <a:ea typeface="Manrope"/>
                <a:cs typeface="Manrope"/>
              </a:defRPr>
              <a:buNone/>
            </a:pPr>
            <a:r>
              <a:rPr sz="2100" b="0">
                <a:solidFill>
                  <a:srgbClr val="171513"/>
                </a:solidFill>
                <a:latin typeface="Manrope"/>
                <a:ea typeface="Manrope"/>
                <a:cs typeface="Manrope"/>
              </a:rPr>
              <a:t>[Rodadas de revisão]</a:t>
            </a:r>
          </a:p>
        </p:txBody>
      </p:sp>
      <p:sp>
        <p:nvSpPr>
          <p:cNvPr id="6" name="LGH_PLACEHOLDER_body_3">
            <a:extLst>
              <a:ext uri="{FF2B5EF4-FFF2-40B4-BE49-F238E27FC236}">
                <ns2:creationId id="{B0B21655-A2CE-4E99-93FE-937BD9D9E501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337935" y="2047875"/>
            <a:ext cx="5305425" cy="3638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marL="0" indent="0">
              <a:buNone/>
            </a:lvl1pPr>
            <a:lvl2pPr marL="0" indent="0">
              <a:buNone/>
            </a:lvl2pPr>
            <a:lvl3pPr marL="0" indent="0">
              <a:buNone/>
            </a:lvl3pPr>
            <a:lvl4pPr marL="0" indent="0">
              <a:buNone/>
            </a:lvl4pPr>
            <a:lvl5pPr marL="0" indent="0">
              <a:buNone/>
            </a:lvl5pPr>
            <a:lvl6pPr marL="0" indent="0">
              <a:buNone/>
            </a:lvl6pPr>
            <a:lvl7pPr marL="0" indent="0">
              <a:buNone/>
            </a:lvl7pPr>
            <a:lvl8pPr marL="0" indent="0">
              <a:buNone/>
            </a:lvl8pPr>
            <a:lvl9pPr marL="0" indent="0">
              <a:buNone/>
            </a:lvl9pPr>
          </a:lstStyle>
          <a:p>
            <a:pPr algn="l" marL="0" indent="0">
              <a:defRPr sz="2100" b="0">
                <a:solidFill>
                  <a:srgbClr val="171513"/>
                </a:solidFill>
                <a:latin typeface="Manrope"/>
                <a:ea typeface="Manrope"/>
                <a:cs typeface="Manrope"/>
              </a:defRPr>
              <a:buNone/>
            </a:pPr>
            <a:r>
              <a:rPr sz="2100" b="0">
                <a:solidFill>
                  <a:srgbClr val="171513"/>
                </a:solidFill>
                <a:latin typeface="Manrope"/>
                <a:ea typeface="Manrope"/>
                <a:cs typeface="Manrope"/>
              </a:rPr>
              <a:t>O que precisa ser combinado</a:t>
            </a:r>
          </a:p>
          <a:p>
            <a:pPr marL="0" indent="0">
              <a:buNone/>
            </a:pPr>
            <a:r>
              <a:t/>
            </a:r>
          </a:p>
          <a:p>
            <a:pPr algn="l" marL="0" indent="0">
              <a:defRPr sz="2100" b="0">
                <a:solidFill>
                  <a:srgbClr val="171513"/>
                </a:solidFill>
                <a:latin typeface="Manrope"/>
                <a:ea typeface="Manrope"/>
                <a:cs typeface="Manrope"/>
              </a:defRPr>
              <a:buNone/>
            </a:pPr>
            <a:r>
              <a:rPr sz="2100" b="0">
                <a:solidFill>
                  <a:srgbClr val="171513"/>
                </a:solidFill>
                <a:latin typeface="Manrope"/>
                <a:ea typeface="Manrope"/>
                <a:cs typeface="Manrope"/>
              </a:rPr>
              <a:t>[Licenças e deslocamentos]</a:t>
            </a:r>
          </a:p>
          <a:p>
            <a:pPr marL="0" indent="0">
              <a:buNone/>
            </a:pPr>
            <a:r>
              <a:t/>
            </a:r>
          </a:p>
          <a:p>
            <a:pPr algn="l" marL="0" indent="0">
              <a:defRPr sz="2100" b="0">
                <a:solidFill>
                  <a:srgbClr val="171513"/>
                </a:solidFill>
                <a:latin typeface="Manrope"/>
                <a:ea typeface="Manrope"/>
                <a:cs typeface="Manrope"/>
              </a:defRPr>
              <a:buNone/>
            </a:pPr>
            <a:r>
              <a:rPr sz="2100" b="0">
                <a:solidFill>
                  <a:srgbClr val="171513"/>
                </a:solidFill>
                <a:latin typeface="Manrope"/>
                <a:ea typeface="Manrope"/>
                <a:cs typeface="Manrope"/>
              </a:rPr>
              <a:t>[Prazos para aprovação]</a:t>
            </a:r>
          </a:p>
        </p:txBody>
      </p:sp>
    </p:spTree>
    <p:extLst>
      <p:ext uri="{BB962C8B-B14F-4D97-AF65-F5344CB8AC3E}">
        <ns3:creationId val="1433876543"/>
      </p:ext>
    </p:extLst>
  </p:cSld>
</p:sld>
</file>

<file path=ppt/slides/slide1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171513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" name="LGH_PLACEHOLDER_title_0">
            <a:extLst>
              <a:ext uri="{FF2B5EF4-FFF2-40B4-BE49-F238E27FC236}">
                <ns2:creationId id="{CB9457A6-1558-4A27-BE8E-7ABDD4DDA077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548640" y="2619375"/>
            <a:ext cx="1109472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marL="0" indent="0">
              <a:buNone/>
            </a:lvl1pPr>
            <a:lvl2pPr marL="0" indent="0">
              <a:buNone/>
            </a:lvl2pPr>
            <a:lvl3pPr marL="0" indent="0">
              <a:buNone/>
            </a:lvl3pPr>
            <a:lvl4pPr marL="0" indent="0">
              <a:buNone/>
            </a:lvl4pPr>
            <a:lvl5pPr marL="0" indent="0">
              <a:buNone/>
            </a:lvl5pPr>
            <a:lvl6pPr marL="0" indent="0">
              <a:buNone/>
            </a:lvl6pPr>
            <a:lvl7pPr marL="0" indent="0">
              <a:buNone/>
            </a:lvl7pPr>
            <a:lvl8pPr marL="0" indent="0">
              <a:buNone/>
            </a:lvl8pPr>
            <a:lvl9pPr marL="0" indent="0">
              <a:buNone/>
            </a:lvl9pPr>
          </a:lstStyle>
          <a:p>
            <a:pPr algn="l" marL="0" indent="0">
              <a:defRPr sz="5700" b="0">
                <a:solidFill>
                  <a:srgbClr val="F5F2ED"/>
                </a:solidFill>
                <a:latin typeface="Space Grotesk SemiBold"/>
                <a:ea typeface="Space Grotesk SemiBold"/>
                <a:cs typeface="Space Grotesk SemiBold"/>
              </a:defRPr>
              <a:buNone/>
            </a:pPr>
            <a:r>
              <a:rPr sz="5700" b="0">
                <a:solidFill>
                  <a:srgbClr val="F5F2ED"/>
                </a:solidFill>
                <a:latin typeface="Space Grotesk SemiBold"/>
                <a:ea typeface="Space Grotesk SemiBold"/>
                <a:cs typeface="Space Grotesk SemiBold"/>
              </a:rPr>
              <a:t>Vamos filmar?</a:t>
            </a:r>
          </a:p>
        </p:txBody>
      </p:sp>
      <p:sp>
        <p:nvSpPr>
          <p:cNvPr id="3" name="LGH_PLACEHOLDER_body_2">
            <a:extLst>
              <a:ext uri="{FF2B5EF4-FFF2-40B4-BE49-F238E27FC236}">
                <ns2:creationId id="{8AD4EAC3-A26E-4AC9-82A5-1F1858B7BBB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48640" y="4276725"/>
            <a:ext cx="9906000" cy="152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lvl1pPr marL="0" indent="0">
              <a:buNone/>
            </a:lvl1pPr>
            <a:lvl2pPr marL="0" indent="0">
              <a:buNone/>
            </a:lvl2pPr>
            <a:lvl3pPr marL="0" indent="0">
              <a:buNone/>
            </a:lvl3pPr>
            <a:lvl4pPr marL="0" indent="0">
              <a:buNone/>
            </a:lvl4pPr>
            <a:lvl5pPr marL="0" indent="0">
              <a:buNone/>
            </a:lvl5pPr>
            <a:lvl6pPr marL="0" indent="0">
              <a:buNone/>
            </a:lvl6pPr>
            <a:lvl7pPr marL="0" indent="0">
              <a:buNone/>
            </a:lvl7pPr>
            <a:lvl8pPr marL="0" indent="0">
              <a:buNone/>
            </a:lvl8pPr>
            <a:lvl9pPr marL="0" indent="0">
              <a:buNone/>
            </a:lvl9pPr>
          </a:lstStyle>
          <a:p>
            <a:pPr algn="l" marL="0" indent="0">
              <a:defRPr sz="2250" b="0">
                <a:solidFill>
                  <a:srgbClr val="F5F2ED"/>
                </a:solidFill>
                <a:latin typeface="Manrope"/>
                <a:ea typeface="Manrope"/>
                <a:cs typeface="Manrope"/>
              </a:defRPr>
              <a:buNone/>
            </a:pPr>
            <a:r>
              <a:rPr sz="2250" b="0">
                <a:solidFill>
                  <a:srgbClr val="F5F2ED"/>
                </a:solidFill>
                <a:latin typeface="Manrope"/>
                <a:ea typeface="Manrope"/>
                <a:cs typeface="Manrope"/>
              </a:rPr>
              <a:t>Lucas Gil Henriques</a:t>
            </a:r>
          </a:p>
          <a:p>
            <a:pPr algn="l" marL="0" indent="0">
              <a:defRPr sz="2250" b="0">
                <a:solidFill>
                  <a:srgbClr val="F5F2ED"/>
                </a:solidFill>
                <a:latin typeface="Manrope"/>
                <a:ea typeface="Manrope"/>
                <a:cs typeface="Manrope"/>
              </a:defRPr>
              <a:buNone/>
            </a:pPr>
            <a:r>
              <a:rPr sz="2250" b="0">
                <a:solidFill>
                  <a:srgbClr val="F5F2ED"/>
                </a:solidFill>
                <a:latin typeface="Manrope"/>
                <a:ea typeface="Manrope"/>
                <a:cs typeface="Manrope"/>
              </a:rPr>
              <a:t>@lghfilms</a:t>
            </a:r>
          </a:p>
          <a:p>
            <a:pPr algn="l" marL="0" indent="0">
              <a:defRPr sz="2250" b="0">
                <a:solidFill>
                  <a:srgbClr val="F5F2ED"/>
                </a:solidFill>
                <a:latin typeface="Manrope"/>
                <a:ea typeface="Manrope"/>
                <a:cs typeface="Manrope"/>
              </a:defRPr>
              <a:buNone/>
            </a:pPr>
            <a:r>
              <a:rPr sz="2250" b="0">
                <a:solidFill>
                  <a:srgbClr val="F5F2ED"/>
                </a:solidFill>
                <a:latin typeface="Manrope"/>
                <a:ea typeface="Manrope"/>
                <a:cs typeface="Manrope"/>
              </a:rPr>
              <a:t>+55 11 91511-7067</a:t>
            </a:r>
          </a:p>
        </p:txBody>
      </p:sp>
    </p:spTree>
    <p:extLst>
      <p:ext uri="{BB962C8B-B14F-4D97-AF65-F5344CB8AC3E}">
        <ns3:creationId val="575768434"/>
      </p:ext>
    </p:extLst>
  </p:cSld>
</p:sld>
</file>

<file path=ppt/theme/theme1.xml><?xml version="1.0" encoding="utf-8"?>
<a:theme xmlns:a="http://schemas.openxmlformats.org/drawingml/2006/main" name="ChatGPT">
  <a:themeElements>
    <a:clrScheme name="Lucas Gil Films">
      <a:dk1>
        <a:srgbClr val="000000"/>
      </a:dk1>
      <a:lt1>
        <a:srgbClr val="FFFFFF"/>
      </a:lt1>
      <a:dk2>
        <a:srgbClr val="171513"/>
      </a:dk2>
      <a:lt2>
        <a:srgbClr val="F5F2ED"/>
      </a:lt2>
      <a:accent1>
        <a:srgbClr val="FA6404"/>
      </a:accent1>
      <a:accent2>
        <a:srgbClr val="C44700"/>
      </a:accent2>
      <a:accent3>
        <a:srgbClr val="E2725B"/>
      </a:accent3>
      <a:accent4>
        <a:srgbClr val="D58D8D"/>
      </a:accent4>
      <a:accent5>
        <a:srgbClr val="FFDD44"/>
      </a:accent5>
      <a:accent6>
        <a:srgbClr val="B5AFA7"/>
      </a:accent6>
      <a:hlink>
        <a:srgbClr val="C44700"/>
      </a:hlink>
      <a:folHlink>
        <a:srgbClr val="E2725B"/>
      </a:folHlink>
    </a:clrScheme>
    <a:fontScheme name="Office">
      <a:majorFont>
        <a:latin typeface="Space Grotesk"/>
        <a:ea typeface="Calibri Light"/>
        <a:cs typeface="Calibri Light"/>
      </a:majorFont>
      <a:minorFont>
        <a:latin typeface="Manrope"/>
        <a:ea typeface="Calibri"/>
        <a:cs typeface="Calibri"/>
      </a:minorFont>
    </a:fontScheme>
    <a:fmtScheme name="Lucas Gil Film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2026-09-09T14:02:54.1310000Z</dcterms:created>
  <dcterms:modified xsi:type="dcterms:W3CDTF">2026-09-09T14:02:54.1310000Z</dcterms:modified>
</coreProperties>
</file>